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2" r:id="rId4"/>
    <p:sldId id="26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2A7D"/>
    <a:srgbClr val="F8D5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FEB954-D61E-BCBF-E4B3-C336F4898BB0}" v="7" dt="2026-09-27T20:41:56.9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nk and white striped background&#10;&#10;AI-generated content may be incorrect.">
            <a:extLst>
              <a:ext uri="{FF2B5EF4-FFF2-40B4-BE49-F238E27FC236}">
                <a16:creationId xmlns:a16="http://schemas.microsoft.com/office/drawing/2014/main" id="{9AB58F68-D7C9-CAB2-ED17-B4F652D5E36B}"/>
              </a:ext>
            </a:extLst>
          </p:cNvPr>
          <p:cNvPicPr>
            <a:picLocks noChangeAspect="1"/>
          </p:cNvPicPr>
          <p:nvPr/>
        </p:nvPicPr>
        <p:blipFill>
          <a:blip r:embed="rId2"/>
          <a:stretch>
            <a:fillRect/>
          </a:stretch>
        </p:blipFill>
        <p:spPr>
          <a:xfrm>
            <a:off x="1588" y="-6350"/>
            <a:ext cx="12188825" cy="6858000"/>
          </a:xfrm>
          <a:prstGeom prst="rect">
            <a:avLst/>
          </a:prstGeom>
        </p:spPr>
      </p:pic>
      <p:sp>
        <p:nvSpPr>
          <p:cNvPr id="6" name="Rectangle 5">
            <a:extLst>
              <a:ext uri="{FF2B5EF4-FFF2-40B4-BE49-F238E27FC236}">
                <a16:creationId xmlns:a16="http://schemas.microsoft.com/office/drawing/2014/main" id="{98284351-8AD5-01FC-AC74-FA1A4A164CDB}"/>
              </a:ext>
            </a:extLst>
          </p:cNvPr>
          <p:cNvSpPr/>
          <p:nvPr/>
        </p:nvSpPr>
        <p:spPr>
          <a:xfrm>
            <a:off x="1549680" y="1762278"/>
            <a:ext cx="9098189" cy="3339284"/>
          </a:xfrm>
          <a:custGeom>
            <a:avLst/>
            <a:gdLst>
              <a:gd name="csX0" fmla="*/ 0 w 9098189"/>
              <a:gd name="csY0" fmla="*/ 0 h 3339284"/>
              <a:gd name="csX1" fmla="*/ 295691 w 9098189"/>
              <a:gd name="csY1" fmla="*/ 0 h 3339284"/>
              <a:gd name="csX2" fmla="*/ 955310 w 9098189"/>
              <a:gd name="csY2" fmla="*/ 0 h 3339284"/>
              <a:gd name="csX3" fmla="*/ 1251001 w 9098189"/>
              <a:gd name="csY3" fmla="*/ 0 h 3339284"/>
              <a:gd name="csX4" fmla="*/ 1546692 w 9098189"/>
              <a:gd name="csY4" fmla="*/ 0 h 3339284"/>
              <a:gd name="csX5" fmla="*/ 2297293 w 9098189"/>
              <a:gd name="csY5" fmla="*/ 0 h 3339284"/>
              <a:gd name="csX6" fmla="*/ 2592984 w 9098189"/>
              <a:gd name="csY6" fmla="*/ 0 h 3339284"/>
              <a:gd name="csX7" fmla="*/ 3252603 w 9098189"/>
              <a:gd name="csY7" fmla="*/ 0 h 3339284"/>
              <a:gd name="csX8" fmla="*/ 4003203 w 9098189"/>
              <a:gd name="csY8" fmla="*/ 0 h 3339284"/>
              <a:gd name="csX9" fmla="*/ 4662822 w 9098189"/>
              <a:gd name="csY9" fmla="*/ 0 h 3339284"/>
              <a:gd name="csX10" fmla="*/ 5413422 w 9098189"/>
              <a:gd name="csY10" fmla="*/ 0 h 3339284"/>
              <a:gd name="csX11" fmla="*/ 6073041 w 9098189"/>
              <a:gd name="csY11" fmla="*/ 0 h 3339284"/>
              <a:gd name="csX12" fmla="*/ 6823642 w 9098189"/>
              <a:gd name="csY12" fmla="*/ 0 h 3339284"/>
              <a:gd name="csX13" fmla="*/ 7119333 w 9098189"/>
              <a:gd name="csY13" fmla="*/ 0 h 3339284"/>
              <a:gd name="csX14" fmla="*/ 7415024 w 9098189"/>
              <a:gd name="csY14" fmla="*/ 0 h 3339284"/>
              <a:gd name="csX15" fmla="*/ 7710715 w 9098189"/>
              <a:gd name="csY15" fmla="*/ 0 h 3339284"/>
              <a:gd name="csX16" fmla="*/ 8279352 w 9098189"/>
              <a:gd name="csY16" fmla="*/ 0 h 3339284"/>
              <a:gd name="csX17" fmla="*/ 9098189 w 9098189"/>
              <a:gd name="csY17" fmla="*/ 0 h 3339284"/>
              <a:gd name="csX18" fmla="*/ 9098189 w 9098189"/>
              <a:gd name="csY18" fmla="*/ 556547 h 3339284"/>
              <a:gd name="csX19" fmla="*/ 9098189 w 9098189"/>
              <a:gd name="csY19" fmla="*/ 1113095 h 3339284"/>
              <a:gd name="csX20" fmla="*/ 9098189 w 9098189"/>
              <a:gd name="csY20" fmla="*/ 1669642 h 3339284"/>
              <a:gd name="csX21" fmla="*/ 9098189 w 9098189"/>
              <a:gd name="csY21" fmla="*/ 2159404 h 3339284"/>
              <a:gd name="csX22" fmla="*/ 9098189 w 9098189"/>
              <a:gd name="csY22" fmla="*/ 2749344 h 3339284"/>
              <a:gd name="csX23" fmla="*/ 9098189 w 9098189"/>
              <a:gd name="csY23" fmla="*/ 3339284 h 3339284"/>
              <a:gd name="csX24" fmla="*/ 8347588 w 9098189"/>
              <a:gd name="csY24" fmla="*/ 3339284 h 3339284"/>
              <a:gd name="csX25" fmla="*/ 7687970 w 9098189"/>
              <a:gd name="csY25" fmla="*/ 3339284 h 3339284"/>
              <a:gd name="csX26" fmla="*/ 7392279 w 9098189"/>
              <a:gd name="csY26" fmla="*/ 3339284 h 3339284"/>
              <a:gd name="csX27" fmla="*/ 7096587 w 9098189"/>
              <a:gd name="csY27" fmla="*/ 3339284 h 3339284"/>
              <a:gd name="csX28" fmla="*/ 6618932 w 9098189"/>
              <a:gd name="csY28" fmla="*/ 3339284 h 3339284"/>
              <a:gd name="csX29" fmla="*/ 5959314 w 9098189"/>
              <a:gd name="csY29" fmla="*/ 3339284 h 3339284"/>
              <a:gd name="csX30" fmla="*/ 5663623 w 9098189"/>
              <a:gd name="csY30" fmla="*/ 3339284 h 3339284"/>
              <a:gd name="csX31" fmla="*/ 4913022 w 9098189"/>
              <a:gd name="csY31" fmla="*/ 3339284 h 3339284"/>
              <a:gd name="csX32" fmla="*/ 4617331 w 9098189"/>
              <a:gd name="csY32" fmla="*/ 3339284 h 3339284"/>
              <a:gd name="csX33" fmla="*/ 3866730 w 9098189"/>
              <a:gd name="csY33" fmla="*/ 3339284 h 3339284"/>
              <a:gd name="csX34" fmla="*/ 3116130 w 9098189"/>
              <a:gd name="csY34" fmla="*/ 3339284 h 3339284"/>
              <a:gd name="csX35" fmla="*/ 2638475 w 9098189"/>
              <a:gd name="csY35" fmla="*/ 3339284 h 3339284"/>
              <a:gd name="csX36" fmla="*/ 2251802 w 9098189"/>
              <a:gd name="csY36" fmla="*/ 3339284 h 3339284"/>
              <a:gd name="csX37" fmla="*/ 1683165 w 9098189"/>
              <a:gd name="csY37" fmla="*/ 3339284 h 3339284"/>
              <a:gd name="csX38" fmla="*/ 1387474 w 9098189"/>
              <a:gd name="csY38" fmla="*/ 3339284 h 3339284"/>
              <a:gd name="csX39" fmla="*/ 818837 w 9098189"/>
              <a:gd name="csY39" fmla="*/ 3339284 h 3339284"/>
              <a:gd name="csX40" fmla="*/ 0 w 9098189"/>
              <a:gd name="csY40" fmla="*/ 3339284 h 3339284"/>
              <a:gd name="csX41" fmla="*/ 0 w 9098189"/>
              <a:gd name="csY41" fmla="*/ 2749344 h 3339284"/>
              <a:gd name="csX42" fmla="*/ 0 w 9098189"/>
              <a:gd name="csY42" fmla="*/ 2259582 h 3339284"/>
              <a:gd name="csX43" fmla="*/ 0 w 9098189"/>
              <a:gd name="csY43" fmla="*/ 1636249 h 3339284"/>
              <a:gd name="csX44" fmla="*/ 0 w 9098189"/>
              <a:gd name="csY44" fmla="*/ 1012916 h 3339284"/>
              <a:gd name="csX45" fmla="*/ 0 w 9098189"/>
              <a:gd name="csY45" fmla="*/ 0 h 3339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9098189" h="3339284" fill="none" extrusionOk="0">
                <a:moveTo>
                  <a:pt x="0" y="0"/>
                </a:moveTo>
                <a:cubicBezTo>
                  <a:pt x="61477" y="-16507"/>
                  <a:pt x="181438" y="8287"/>
                  <a:pt x="295691" y="0"/>
                </a:cubicBezTo>
                <a:cubicBezTo>
                  <a:pt x="409944" y="-8287"/>
                  <a:pt x="764624" y="62030"/>
                  <a:pt x="955310" y="0"/>
                </a:cubicBezTo>
                <a:cubicBezTo>
                  <a:pt x="1145996" y="-62030"/>
                  <a:pt x="1190742" y="30068"/>
                  <a:pt x="1251001" y="0"/>
                </a:cubicBezTo>
                <a:cubicBezTo>
                  <a:pt x="1311260" y="-30068"/>
                  <a:pt x="1415149" y="22785"/>
                  <a:pt x="1546692" y="0"/>
                </a:cubicBezTo>
                <a:cubicBezTo>
                  <a:pt x="1678235" y="-22785"/>
                  <a:pt x="2143483" y="26548"/>
                  <a:pt x="2297293" y="0"/>
                </a:cubicBezTo>
                <a:cubicBezTo>
                  <a:pt x="2451103" y="-26548"/>
                  <a:pt x="2509665" y="23101"/>
                  <a:pt x="2592984" y="0"/>
                </a:cubicBezTo>
                <a:cubicBezTo>
                  <a:pt x="2676303" y="-23101"/>
                  <a:pt x="2941559" y="44266"/>
                  <a:pt x="3252603" y="0"/>
                </a:cubicBezTo>
                <a:cubicBezTo>
                  <a:pt x="3563647" y="-44266"/>
                  <a:pt x="3742527" y="84"/>
                  <a:pt x="4003203" y="0"/>
                </a:cubicBezTo>
                <a:cubicBezTo>
                  <a:pt x="4263879" y="-84"/>
                  <a:pt x="4398170" y="26247"/>
                  <a:pt x="4662822" y="0"/>
                </a:cubicBezTo>
                <a:cubicBezTo>
                  <a:pt x="4927474" y="-26247"/>
                  <a:pt x="5118584" y="18711"/>
                  <a:pt x="5413422" y="0"/>
                </a:cubicBezTo>
                <a:cubicBezTo>
                  <a:pt x="5708260" y="-18711"/>
                  <a:pt x="5866160" y="48368"/>
                  <a:pt x="6073041" y="0"/>
                </a:cubicBezTo>
                <a:cubicBezTo>
                  <a:pt x="6279922" y="-48368"/>
                  <a:pt x="6621882" y="48193"/>
                  <a:pt x="6823642" y="0"/>
                </a:cubicBezTo>
                <a:cubicBezTo>
                  <a:pt x="7025402" y="-48193"/>
                  <a:pt x="6972389" y="14792"/>
                  <a:pt x="7119333" y="0"/>
                </a:cubicBezTo>
                <a:cubicBezTo>
                  <a:pt x="7266277" y="-14792"/>
                  <a:pt x="7334143" y="3546"/>
                  <a:pt x="7415024" y="0"/>
                </a:cubicBezTo>
                <a:cubicBezTo>
                  <a:pt x="7495905" y="-3546"/>
                  <a:pt x="7618531" y="34979"/>
                  <a:pt x="7710715" y="0"/>
                </a:cubicBezTo>
                <a:cubicBezTo>
                  <a:pt x="7802899" y="-34979"/>
                  <a:pt x="8110866" y="12239"/>
                  <a:pt x="8279352" y="0"/>
                </a:cubicBezTo>
                <a:cubicBezTo>
                  <a:pt x="8447838" y="-12239"/>
                  <a:pt x="8823347" y="84801"/>
                  <a:pt x="9098189" y="0"/>
                </a:cubicBezTo>
                <a:cubicBezTo>
                  <a:pt x="9111029" y="275667"/>
                  <a:pt x="9097020" y="401758"/>
                  <a:pt x="9098189" y="556547"/>
                </a:cubicBezTo>
                <a:cubicBezTo>
                  <a:pt x="9099358" y="711336"/>
                  <a:pt x="9058180" y="953792"/>
                  <a:pt x="9098189" y="1113095"/>
                </a:cubicBezTo>
                <a:cubicBezTo>
                  <a:pt x="9138198" y="1272398"/>
                  <a:pt x="9085382" y="1554835"/>
                  <a:pt x="9098189" y="1669642"/>
                </a:cubicBezTo>
                <a:cubicBezTo>
                  <a:pt x="9110996" y="1784449"/>
                  <a:pt x="9064832" y="1925181"/>
                  <a:pt x="9098189" y="2159404"/>
                </a:cubicBezTo>
                <a:cubicBezTo>
                  <a:pt x="9131546" y="2393627"/>
                  <a:pt x="9068248" y="2481400"/>
                  <a:pt x="9098189" y="2749344"/>
                </a:cubicBezTo>
                <a:cubicBezTo>
                  <a:pt x="9128130" y="3017288"/>
                  <a:pt x="9063081" y="3107225"/>
                  <a:pt x="9098189" y="3339284"/>
                </a:cubicBezTo>
                <a:cubicBezTo>
                  <a:pt x="8911585" y="3352929"/>
                  <a:pt x="8525945" y="3323944"/>
                  <a:pt x="8347588" y="3339284"/>
                </a:cubicBezTo>
                <a:cubicBezTo>
                  <a:pt x="8169231" y="3354624"/>
                  <a:pt x="7977351" y="3327214"/>
                  <a:pt x="7687970" y="3339284"/>
                </a:cubicBezTo>
                <a:cubicBezTo>
                  <a:pt x="7398589" y="3351354"/>
                  <a:pt x="7460780" y="3324356"/>
                  <a:pt x="7392279" y="3339284"/>
                </a:cubicBezTo>
                <a:cubicBezTo>
                  <a:pt x="7323778" y="3354212"/>
                  <a:pt x="7226119" y="3324759"/>
                  <a:pt x="7096587" y="3339284"/>
                </a:cubicBezTo>
                <a:cubicBezTo>
                  <a:pt x="6967055" y="3353809"/>
                  <a:pt x="6831611" y="3299554"/>
                  <a:pt x="6618932" y="3339284"/>
                </a:cubicBezTo>
                <a:cubicBezTo>
                  <a:pt x="6406253" y="3379014"/>
                  <a:pt x="6216837" y="3285006"/>
                  <a:pt x="5959314" y="3339284"/>
                </a:cubicBezTo>
                <a:cubicBezTo>
                  <a:pt x="5701791" y="3393562"/>
                  <a:pt x="5747672" y="3307331"/>
                  <a:pt x="5663623" y="3339284"/>
                </a:cubicBezTo>
                <a:cubicBezTo>
                  <a:pt x="5579574" y="3371237"/>
                  <a:pt x="5135887" y="3315760"/>
                  <a:pt x="4913022" y="3339284"/>
                </a:cubicBezTo>
                <a:cubicBezTo>
                  <a:pt x="4690157" y="3362808"/>
                  <a:pt x="4761831" y="3331816"/>
                  <a:pt x="4617331" y="3339284"/>
                </a:cubicBezTo>
                <a:cubicBezTo>
                  <a:pt x="4472831" y="3346752"/>
                  <a:pt x="4074676" y="3313452"/>
                  <a:pt x="3866730" y="3339284"/>
                </a:cubicBezTo>
                <a:cubicBezTo>
                  <a:pt x="3658784" y="3365116"/>
                  <a:pt x="3475291" y="3254018"/>
                  <a:pt x="3116130" y="3339284"/>
                </a:cubicBezTo>
                <a:cubicBezTo>
                  <a:pt x="2756969" y="3424550"/>
                  <a:pt x="2782413" y="3335600"/>
                  <a:pt x="2638475" y="3339284"/>
                </a:cubicBezTo>
                <a:cubicBezTo>
                  <a:pt x="2494538" y="3342968"/>
                  <a:pt x="2401785" y="3296444"/>
                  <a:pt x="2251802" y="3339284"/>
                </a:cubicBezTo>
                <a:cubicBezTo>
                  <a:pt x="2101819" y="3382124"/>
                  <a:pt x="1887418" y="3305099"/>
                  <a:pt x="1683165" y="3339284"/>
                </a:cubicBezTo>
                <a:cubicBezTo>
                  <a:pt x="1478912" y="3373469"/>
                  <a:pt x="1453323" y="3323954"/>
                  <a:pt x="1387474" y="3339284"/>
                </a:cubicBezTo>
                <a:cubicBezTo>
                  <a:pt x="1321625" y="3354614"/>
                  <a:pt x="1041194" y="3300126"/>
                  <a:pt x="818837" y="3339284"/>
                </a:cubicBezTo>
                <a:cubicBezTo>
                  <a:pt x="596480" y="3378442"/>
                  <a:pt x="336851" y="3303077"/>
                  <a:pt x="0" y="3339284"/>
                </a:cubicBezTo>
                <a:cubicBezTo>
                  <a:pt x="-801" y="3214828"/>
                  <a:pt x="50442" y="3002217"/>
                  <a:pt x="0" y="2749344"/>
                </a:cubicBezTo>
                <a:cubicBezTo>
                  <a:pt x="-50442" y="2496471"/>
                  <a:pt x="34932" y="2391577"/>
                  <a:pt x="0" y="2259582"/>
                </a:cubicBezTo>
                <a:cubicBezTo>
                  <a:pt x="-34932" y="2127587"/>
                  <a:pt x="72478" y="1928418"/>
                  <a:pt x="0" y="1636249"/>
                </a:cubicBezTo>
                <a:cubicBezTo>
                  <a:pt x="-72478" y="1344080"/>
                  <a:pt x="40849" y="1286223"/>
                  <a:pt x="0" y="1012916"/>
                </a:cubicBezTo>
                <a:cubicBezTo>
                  <a:pt x="-40849" y="739609"/>
                  <a:pt x="83567" y="486641"/>
                  <a:pt x="0" y="0"/>
                </a:cubicBezTo>
                <a:close/>
              </a:path>
              <a:path w="9098189" h="3339284" stroke="0" extrusionOk="0">
                <a:moveTo>
                  <a:pt x="0" y="0"/>
                </a:moveTo>
                <a:cubicBezTo>
                  <a:pt x="173177" y="-41207"/>
                  <a:pt x="230723" y="37468"/>
                  <a:pt x="386673" y="0"/>
                </a:cubicBezTo>
                <a:cubicBezTo>
                  <a:pt x="542623" y="-37468"/>
                  <a:pt x="777244" y="32469"/>
                  <a:pt x="1046292" y="0"/>
                </a:cubicBezTo>
                <a:cubicBezTo>
                  <a:pt x="1315340" y="-32469"/>
                  <a:pt x="1371999" y="29656"/>
                  <a:pt x="1523947" y="0"/>
                </a:cubicBezTo>
                <a:cubicBezTo>
                  <a:pt x="1675895" y="-29656"/>
                  <a:pt x="1908942" y="77282"/>
                  <a:pt x="2183565" y="0"/>
                </a:cubicBezTo>
                <a:cubicBezTo>
                  <a:pt x="2458188" y="-77282"/>
                  <a:pt x="2483265" y="678"/>
                  <a:pt x="2570238" y="0"/>
                </a:cubicBezTo>
                <a:cubicBezTo>
                  <a:pt x="2657211" y="-678"/>
                  <a:pt x="2948029" y="59112"/>
                  <a:pt x="3138875" y="0"/>
                </a:cubicBezTo>
                <a:cubicBezTo>
                  <a:pt x="3329721" y="-59112"/>
                  <a:pt x="3341998" y="46002"/>
                  <a:pt x="3525548" y="0"/>
                </a:cubicBezTo>
                <a:cubicBezTo>
                  <a:pt x="3709098" y="-46002"/>
                  <a:pt x="3788354" y="49734"/>
                  <a:pt x="4003203" y="0"/>
                </a:cubicBezTo>
                <a:cubicBezTo>
                  <a:pt x="4218052" y="-49734"/>
                  <a:pt x="4293705" y="8544"/>
                  <a:pt x="4571840" y="0"/>
                </a:cubicBezTo>
                <a:cubicBezTo>
                  <a:pt x="4849975" y="-8544"/>
                  <a:pt x="4759469" y="19604"/>
                  <a:pt x="4867531" y="0"/>
                </a:cubicBezTo>
                <a:cubicBezTo>
                  <a:pt x="4975593" y="-19604"/>
                  <a:pt x="5271806" y="47359"/>
                  <a:pt x="5436168" y="0"/>
                </a:cubicBezTo>
                <a:cubicBezTo>
                  <a:pt x="5600530" y="-47359"/>
                  <a:pt x="5588327" y="822"/>
                  <a:pt x="5731859" y="0"/>
                </a:cubicBezTo>
                <a:cubicBezTo>
                  <a:pt x="5875391" y="-822"/>
                  <a:pt x="6103406" y="33016"/>
                  <a:pt x="6209514" y="0"/>
                </a:cubicBezTo>
                <a:cubicBezTo>
                  <a:pt x="6315623" y="-33016"/>
                  <a:pt x="6500334" y="31583"/>
                  <a:pt x="6596187" y="0"/>
                </a:cubicBezTo>
                <a:cubicBezTo>
                  <a:pt x="6692040" y="-31583"/>
                  <a:pt x="7175825" y="32402"/>
                  <a:pt x="7346788" y="0"/>
                </a:cubicBezTo>
                <a:cubicBezTo>
                  <a:pt x="7517751" y="-32402"/>
                  <a:pt x="7790476" y="74155"/>
                  <a:pt x="8006406" y="0"/>
                </a:cubicBezTo>
                <a:cubicBezTo>
                  <a:pt x="8222336" y="-74155"/>
                  <a:pt x="8292324" y="60346"/>
                  <a:pt x="8575043" y="0"/>
                </a:cubicBezTo>
                <a:cubicBezTo>
                  <a:pt x="8857762" y="-60346"/>
                  <a:pt x="8877501" y="8433"/>
                  <a:pt x="9098189" y="0"/>
                </a:cubicBezTo>
                <a:cubicBezTo>
                  <a:pt x="9122513" y="284629"/>
                  <a:pt x="9052437" y="366490"/>
                  <a:pt x="9098189" y="589940"/>
                </a:cubicBezTo>
                <a:cubicBezTo>
                  <a:pt x="9143941" y="813390"/>
                  <a:pt x="9074866" y="1000307"/>
                  <a:pt x="9098189" y="1179880"/>
                </a:cubicBezTo>
                <a:cubicBezTo>
                  <a:pt x="9121512" y="1359453"/>
                  <a:pt x="9064385" y="1569081"/>
                  <a:pt x="9098189" y="1703035"/>
                </a:cubicBezTo>
                <a:cubicBezTo>
                  <a:pt x="9131993" y="1836989"/>
                  <a:pt x="9073849" y="1993456"/>
                  <a:pt x="9098189" y="2192796"/>
                </a:cubicBezTo>
                <a:cubicBezTo>
                  <a:pt x="9122529" y="2392136"/>
                  <a:pt x="9084672" y="2592162"/>
                  <a:pt x="9098189" y="2782737"/>
                </a:cubicBezTo>
                <a:cubicBezTo>
                  <a:pt x="9111706" y="2973312"/>
                  <a:pt x="9047173" y="3123261"/>
                  <a:pt x="9098189" y="3339284"/>
                </a:cubicBezTo>
                <a:cubicBezTo>
                  <a:pt x="8953825" y="3383009"/>
                  <a:pt x="8697767" y="3304855"/>
                  <a:pt x="8438570" y="3339284"/>
                </a:cubicBezTo>
                <a:cubicBezTo>
                  <a:pt x="8179373" y="3373713"/>
                  <a:pt x="8277916" y="3304908"/>
                  <a:pt x="8142879" y="3339284"/>
                </a:cubicBezTo>
                <a:cubicBezTo>
                  <a:pt x="8007842" y="3373660"/>
                  <a:pt x="7793784" y="3304859"/>
                  <a:pt x="7665224" y="3339284"/>
                </a:cubicBezTo>
                <a:cubicBezTo>
                  <a:pt x="7536665" y="3373709"/>
                  <a:pt x="7146556" y="3337469"/>
                  <a:pt x="7005606" y="3339284"/>
                </a:cubicBezTo>
                <a:cubicBezTo>
                  <a:pt x="6864656" y="3341099"/>
                  <a:pt x="6829454" y="3309762"/>
                  <a:pt x="6709914" y="3339284"/>
                </a:cubicBezTo>
                <a:cubicBezTo>
                  <a:pt x="6590374" y="3368806"/>
                  <a:pt x="6461126" y="3289833"/>
                  <a:pt x="6232259" y="3339284"/>
                </a:cubicBezTo>
                <a:cubicBezTo>
                  <a:pt x="6003393" y="3388735"/>
                  <a:pt x="5732649" y="3336254"/>
                  <a:pt x="5572641" y="3339284"/>
                </a:cubicBezTo>
                <a:cubicBezTo>
                  <a:pt x="5412633" y="3342314"/>
                  <a:pt x="5079880" y="3254953"/>
                  <a:pt x="4822040" y="3339284"/>
                </a:cubicBezTo>
                <a:cubicBezTo>
                  <a:pt x="4564200" y="3423615"/>
                  <a:pt x="4448717" y="3304644"/>
                  <a:pt x="4344385" y="3339284"/>
                </a:cubicBezTo>
                <a:cubicBezTo>
                  <a:pt x="4240053" y="3373924"/>
                  <a:pt x="4050650" y="3302902"/>
                  <a:pt x="3957712" y="3339284"/>
                </a:cubicBezTo>
                <a:cubicBezTo>
                  <a:pt x="3864774" y="3375666"/>
                  <a:pt x="3461468" y="3312281"/>
                  <a:pt x="3298094" y="3339284"/>
                </a:cubicBezTo>
                <a:cubicBezTo>
                  <a:pt x="3134720" y="3366287"/>
                  <a:pt x="2984507" y="3327092"/>
                  <a:pt x="2820439" y="3339284"/>
                </a:cubicBezTo>
                <a:cubicBezTo>
                  <a:pt x="2656371" y="3351476"/>
                  <a:pt x="2303287" y="3338897"/>
                  <a:pt x="2160820" y="3339284"/>
                </a:cubicBezTo>
                <a:cubicBezTo>
                  <a:pt x="2018353" y="3339671"/>
                  <a:pt x="1928220" y="3314473"/>
                  <a:pt x="1774147" y="3339284"/>
                </a:cubicBezTo>
                <a:cubicBezTo>
                  <a:pt x="1620074" y="3364095"/>
                  <a:pt x="1569078" y="3312582"/>
                  <a:pt x="1478456" y="3339284"/>
                </a:cubicBezTo>
                <a:cubicBezTo>
                  <a:pt x="1387834" y="3365986"/>
                  <a:pt x="969869" y="3315144"/>
                  <a:pt x="818837" y="3339284"/>
                </a:cubicBezTo>
                <a:cubicBezTo>
                  <a:pt x="667805" y="3363424"/>
                  <a:pt x="335422" y="3288423"/>
                  <a:pt x="0" y="3339284"/>
                </a:cubicBezTo>
                <a:cubicBezTo>
                  <a:pt x="-25712" y="3161225"/>
                  <a:pt x="54677" y="3014713"/>
                  <a:pt x="0" y="2882915"/>
                </a:cubicBezTo>
                <a:cubicBezTo>
                  <a:pt x="-54677" y="2751117"/>
                  <a:pt x="24152" y="2442590"/>
                  <a:pt x="0" y="2326368"/>
                </a:cubicBezTo>
                <a:cubicBezTo>
                  <a:pt x="-24152" y="2210146"/>
                  <a:pt x="7492" y="1902058"/>
                  <a:pt x="0" y="1736428"/>
                </a:cubicBezTo>
                <a:cubicBezTo>
                  <a:pt x="-7492" y="1570798"/>
                  <a:pt x="45034" y="1392068"/>
                  <a:pt x="0" y="1246666"/>
                </a:cubicBezTo>
                <a:cubicBezTo>
                  <a:pt x="-45034" y="1101264"/>
                  <a:pt x="58550" y="799024"/>
                  <a:pt x="0" y="623333"/>
                </a:cubicBezTo>
                <a:cubicBezTo>
                  <a:pt x="-58550" y="447642"/>
                  <a:pt x="64156" y="151393"/>
                  <a:pt x="0" y="0"/>
                </a:cubicBezTo>
                <a:close/>
              </a:path>
            </a:pathLst>
          </a:custGeom>
          <a:solidFill>
            <a:schemeClr val="bg1"/>
          </a:solidFill>
          <a:ln w="57150">
            <a:solidFill>
              <a:srgbClr val="E92A7D"/>
            </a:solidFill>
            <a:extLst>
              <a:ext uri="{C807C97D-BFC1-408E-A445-0C87EB9F89A2}">
                <ask:lineSketchStyleProps xmlns:ask="http://schemas.microsoft.com/office/drawing/2018/sketchyshapes" sd="4222757554">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48580" y="1196105"/>
            <a:ext cx="9094840" cy="2203246"/>
          </a:xfrm>
        </p:spPr>
        <p:txBody>
          <a:bodyPr>
            <a:normAutofit/>
          </a:bodyPr>
          <a:lstStyle/>
          <a:p>
            <a:r>
              <a:rPr lang="en-US" sz="3600" b="1" dirty="0" err="1">
                <a:solidFill>
                  <a:srgbClr val="202122"/>
                </a:solidFill>
                <a:latin typeface="Agency FB"/>
                <a:ea typeface="Lato"/>
                <a:cs typeface="Lato"/>
              </a:rPr>
              <a:t>VivINTEL</a:t>
            </a:r>
            <a:r>
              <a:rPr lang="en-US" sz="3600" b="1" dirty="0">
                <a:solidFill>
                  <a:srgbClr val="202122"/>
                </a:solidFill>
                <a:latin typeface="Agency FB"/>
                <a:ea typeface="Lato"/>
                <a:cs typeface="Lato"/>
              </a:rPr>
              <a:t> Case</a:t>
            </a:r>
            <a:endParaRPr lang="en-US" sz="3600" b="1" dirty="0">
              <a:latin typeface="Agency FB"/>
            </a:endParaRPr>
          </a:p>
        </p:txBody>
      </p:sp>
      <p:sp>
        <p:nvSpPr>
          <p:cNvPr id="3" name="Subtitle 2"/>
          <p:cNvSpPr>
            <a:spLocks noGrp="1"/>
          </p:cNvSpPr>
          <p:nvPr>
            <p:ph type="subTitle" idx="1"/>
          </p:nvPr>
        </p:nvSpPr>
        <p:spPr>
          <a:xfrm>
            <a:off x="1548580" y="3405392"/>
            <a:ext cx="9094840" cy="1495988"/>
          </a:xfrm>
        </p:spPr>
        <p:txBody>
          <a:bodyPr vert="horz" lIns="91440" tIns="45720" rIns="91440" bIns="45720" rtlCol="0" anchor="t">
            <a:normAutofit/>
          </a:bodyPr>
          <a:lstStyle/>
          <a:p>
            <a:r>
              <a:rPr lang="en-CA" sz="2800" dirty="0">
                <a:latin typeface="Agency FB"/>
              </a:rPr>
              <a:t>Kofoworola </a:t>
            </a:r>
            <a:r>
              <a:rPr lang="en-CA" sz="2800" dirty="0" err="1">
                <a:latin typeface="Agency FB"/>
              </a:rPr>
              <a:t>Ogutuga</a:t>
            </a:r>
          </a:p>
        </p:txBody>
      </p:sp>
      <p:grpSp>
        <p:nvGrpSpPr>
          <p:cNvPr id="59" name="Group 58">
            <a:extLst>
              <a:ext uri="{FF2B5EF4-FFF2-40B4-BE49-F238E27FC236}">
                <a16:creationId xmlns:a16="http://schemas.microsoft.com/office/drawing/2014/main" id="{065A2D57-C4DD-E75B-8F8E-1719C087C28E}"/>
              </a:ext>
            </a:extLst>
          </p:cNvPr>
          <p:cNvGrpSpPr/>
          <p:nvPr/>
        </p:nvGrpSpPr>
        <p:grpSpPr>
          <a:xfrm>
            <a:off x="-884976" y="-775796"/>
            <a:ext cx="13973642" cy="8408708"/>
            <a:chOff x="-798712" y="-545758"/>
            <a:chExt cx="13786734" cy="8193047"/>
          </a:xfrm>
        </p:grpSpPr>
        <p:pic>
          <p:nvPicPr>
            <p:cNvPr id="47" name="Picture 46" descr="A white lace with flowers on it&#10;&#10;AI-generated content may be incorrect.">
              <a:extLst>
                <a:ext uri="{FF2B5EF4-FFF2-40B4-BE49-F238E27FC236}">
                  <a16:creationId xmlns:a16="http://schemas.microsoft.com/office/drawing/2014/main" id="{24BDBD4B-FFD2-4D5B-E017-EA63BD11D092}"/>
                </a:ext>
              </a:extLst>
            </p:cNvPr>
            <p:cNvPicPr>
              <a:picLocks noChangeAspect="1"/>
            </p:cNvPicPr>
            <p:nvPr/>
          </p:nvPicPr>
          <p:blipFill>
            <a:blip r:embed="rId3"/>
            <a:stretch>
              <a:fillRect/>
            </a:stretch>
          </p:blipFill>
          <p:spPr>
            <a:xfrm rot="5400000" flipH="1">
              <a:off x="10357290" y="4372596"/>
              <a:ext cx="3666732" cy="1594733"/>
            </a:xfrm>
            <a:prstGeom prst="rect">
              <a:avLst/>
            </a:prstGeom>
          </p:spPr>
        </p:pic>
        <p:pic>
          <p:nvPicPr>
            <p:cNvPr id="48" name="Picture 47" descr="A white lace with flowers on it&#10;&#10;AI-generated content may be incorrect.">
              <a:extLst>
                <a:ext uri="{FF2B5EF4-FFF2-40B4-BE49-F238E27FC236}">
                  <a16:creationId xmlns:a16="http://schemas.microsoft.com/office/drawing/2014/main" id="{24A17447-83DB-4A23-4EEC-5027FA9E0909}"/>
                </a:ext>
              </a:extLst>
            </p:cNvPr>
            <p:cNvPicPr>
              <a:picLocks noChangeAspect="1"/>
            </p:cNvPicPr>
            <p:nvPr/>
          </p:nvPicPr>
          <p:blipFill>
            <a:blip r:embed="rId3"/>
            <a:stretch>
              <a:fillRect/>
            </a:stretch>
          </p:blipFill>
          <p:spPr>
            <a:xfrm rot="5400000">
              <a:off x="10357290" y="906917"/>
              <a:ext cx="3666732" cy="1594733"/>
            </a:xfrm>
            <a:prstGeom prst="rect">
              <a:avLst/>
            </a:prstGeom>
          </p:spPr>
        </p:pic>
        <p:pic>
          <p:nvPicPr>
            <p:cNvPr id="49" name="Picture 48" descr="A white lace with flowers on it&#10;&#10;AI-generated content may be incorrect.">
              <a:extLst>
                <a:ext uri="{FF2B5EF4-FFF2-40B4-BE49-F238E27FC236}">
                  <a16:creationId xmlns:a16="http://schemas.microsoft.com/office/drawing/2014/main" id="{589E89C8-AF34-FFFD-D70B-51E48030F874}"/>
                </a:ext>
              </a:extLst>
            </p:cNvPr>
            <p:cNvPicPr>
              <a:picLocks noChangeAspect="1"/>
            </p:cNvPicPr>
            <p:nvPr/>
          </p:nvPicPr>
          <p:blipFill>
            <a:blip r:embed="rId3"/>
            <a:stretch>
              <a:fillRect/>
            </a:stretch>
          </p:blipFill>
          <p:spPr>
            <a:xfrm flipV="1">
              <a:off x="2909917" y="6177049"/>
              <a:ext cx="3210828" cy="1465569"/>
            </a:xfrm>
            <a:prstGeom prst="rect">
              <a:avLst/>
            </a:prstGeom>
          </p:spPr>
        </p:pic>
        <p:pic>
          <p:nvPicPr>
            <p:cNvPr id="50" name="Picture 49" descr="A white lace with flowers on it&#10;&#10;AI-generated content may be incorrect.">
              <a:extLst>
                <a:ext uri="{FF2B5EF4-FFF2-40B4-BE49-F238E27FC236}">
                  <a16:creationId xmlns:a16="http://schemas.microsoft.com/office/drawing/2014/main" id="{380B8A8F-F5FB-A18E-7790-12C96419A5D6}"/>
                </a:ext>
              </a:extLst>
            </p:cNvPr>
            <p:cNvPicPr>
              <a:picLocks noChangeAspect="1"/>
            </p:cNvPicPr>
            <p:nvPr/>
          </p:nvPicPr>
          <p:blipFill>
            <a:blip r:embed="rId3"/>
            <a:stretch>
              <a:fillRect/>
            </a:stretch>
          </p:blipFill>
          <p:spPr>
            <a:xfrm flipH="1" flipV="1">
              <a:off x="5976976" y="6177049"/>
              <a:ext cx="3210828" cy="1465569"/>
            </a:xfrm>
            <a:prstGeom prst="rect">
              <a:avLst/>
            </a:prstGeom>
          </p:spPr>
        </p:pic>
        <p:pic>
          <p:nvPicPr>
            <p:cNvPr id="51" name="Picture 50" descr="A white lace with flowers on it&#10;&#10;AI-generated content may be incorrect.">
              <a:extLst>
                <a:ext uri="{FF2B5EF4-FFF2-40B4-BE49-F238E27FC236}">
                  <a16:creationId xmlns:a16="http://schemas.microsoft.com/office/drawing/2014/main" id="{A40EA12C-4E49-F3A2-1B78-A8A5F11443E8}"/>
                </a:ext>
              </a:extLst>
            </p:cNvPr>
            <p:cNvPicPr>
              <a:picLocks noChangeAspect="1"/>
            </p:cNvPicPr>
            <p:nvPr/>
          </p:nvPicPr>
          <p:blipFill>
            <a:blip r:embed="rId3"/>
            <a:stretch>
              <a:fillRect/>
            </a:stretch>
          </p:blipFill>
          <p:spPr>
            <a:xfrm flipH="1" flipV="1">
              <a:off x="-121624" y="6181719"/>
              <a:ext cx="3210828" cy="1465568"/>
            </a:xfrm>
            <a:prstGeom prst="rect">
              <a:avLst/>
            </a:prstGeom>
          </p:spPr>
        </p:pic>
        <p:pic>
          <p:nvPicPr>
            <p:cNvPr id="52" name="Picture 51" descr="A white lace with flowers on it&#10;&#10;AI-generated content may be incorrect.">
              <a:extLst>
                <a:ext uri="{FF2B5EF4-FFF2-40B4-BE49-F238E27FC236}">
                  <a16:creationId xmlns:a16="http://schemas.microsoft.com/office/drawing/2014/main" id="{372316F8-7BB3-F081-483F-21F4E81AD654}"/>
                </a:ext>
              </a:extLst>
            </p:cNvPr>
            <p:cNvPicPr>
              <a:picLocks noChangeAspect="1"/>
            </p:cNvPicPr>
            <p:nvPr/>
          </p:nvPicPr>
          <p:blipFill>
            <a:blip r:embed="rId3"/>
            <a:stretch>
              <a:fillRect/>
            </a:stretch>
          </p:blipFill>
          <p:spPr>
            <a:xfrm flipV="1">
              <a:off x="9077253" y="6181721"/>
              <a:ext cx="3210828" cy="1465568"/>
            </a:xfrm>
            <a:prstGeom prst="rect">
              <a:avLst/>
            </a:prstGeom>
          </p:spPr>
        </p:pic>
        <p:pic>
          <p:nvPicPr>
            <p:cNvPr id="53" name="Picture 52" descr="A white lace with flowers on it&#10;&#10;AI-generated content may be incorrect.">
              <a:extLst>
                <a:ext uri="{FF2B5EF4-FFF2-40B4-BE49-F238E27FC236}">
                  <a16:creationId xmlns:a16="http://schemas.microsoft.com/office/drawing/2014/main" id="{0EFB6208-8B00-79B1-0107-71D0BFC11BF1}"/>
                </a:ext>
              </a:extLst>
            </p:cNvPr>
            <p:cNvPicPr>
              <a:picLocks noChangeAspect="1"/>
            </p:cNvPicPr>
            <p:nvPr/>
          </p:nvPicPr>
          <p:blipFill>
            <a:blip r:embed="rId3"/>
            <a:stretch>
              <a:fillRect/>
            </a:stretch>
          </p:blipFill>
          <p:spPr>
            <a:xfrm rot="16200000">
              <a:off x="-1834711" y="4372595"/>
              <a:ext cx="3666732" cy="1594733"/>
            </a:xfrm>
            <a:prstGeom prst="rect">
              <a:avLst/>
            </a:prstGeom>
          </p:spPr>
        </p:pic>
        <p:pic>
          <p:nvPicPr>
            <p:cNvPr id="54" name="Picture 53" descr="A white lace with flowers on it&#10;&#10;AI-generated content may be incorrect.">
              <a:extLst>
                <a:ext uri="{FF2B5EF4-FFF2-40B4-BE49-F238E27FC236}">
                  <a16:creationId xmlns:a16="http://schemas.microsoft.com/office/drawing/2014/main" id="{A1CF0EA1-372A-3B0B-634C-1479E48AE9F7}"/>
                </a:ext>
              </a:extLst>
            </p:cNvPr>
            <p:cNvPicPr>
              <a:picLocks noChangeAspect="1"/>
            </p:cNvPicPr>
            <p:nvPr/>
          </p:nvPicPr>
          <p:blipFill>
            <a:blip r:embed="rId3"/>
            <a:stretch>
              <a:fillRect/>
            </a:stretch>
          </p:blipFill>
          <p:spPr>
            <a:xfrm rot="16200000" flipH="1">
              <a:off x="-1834711" y="906916"/>
              <a:ext cx="3666732" cy="1594733"/>
            </a:xfrm>
            <a:prstGeom prst="rect">
              <a:avLst/>
            </a:prstGeom>
          </p:spPr>
        </p:pic>
        <p:pic>
          <p:nvPicPr>
            <p:cNvPr id="55" name="Picture 54" descr="A white lace with flowers on it&#10;&#10;AI-generated content may be incorrect.">
              <a:extLst>
                <a:ext uri="{FF2B5EF4-FFF2-40B4-BE49-F238E27FC236}">
                  <a16:creationId xmlns:a16="http://schemas.microsoft.com/office/drawing/2014/main" id="{A5BD844A-743A-C4B2-7B29-888470104A23}"/>
                </a:ext>
              </a:extLst>
            </p:cNvPr>
            <p:cNvPicPr>
              <a:picLocks noChangeAspect="1"/>
            </p:cNvPicPr>
            <p:nvPr/>
          </p:nvPicPr>
          <p:blipFill>
            <a:blip r:embed="rId3"/>
            <a:stretch>
              <a:fillRect/>
            </a:stretch>
          </p:blipFill>
          <p:spPr>
            <a:xfrm>
              <a:off x="2922206" y="-541087"/>
              <a:ext cx="3210828" cy="1465569"/>
            </a:xfrm>
            <a:prstGeom prst="rect">
              <a:avLst/>
            </a:prstGeom>
          </p:spPr>
        </p:pic>
        <p:pic>
          <p:nvPicPr>
            <p:cNvPr id="56" name="Picture 55" descr="A white lace with flowers on it&#10;&#10;AI-generated content may be incorrect.">
              <a:extLst>
                <a:ext uri="{FF2B5EF4-FFF2-40B4-BE49-F238E27FC236}">
                  <a16:creationId xmlns:a16="http://schemas.microsoft.com/office/drawing/2014/main" id="{8A02A943-C655-F4F1-1BFF-D1BF8844C89E}"/>
                </a:ext>
              </a:extLst>
            </p:cNvPr>
            <p:cNvPicPr>
              <a:picLocks noChangeAspect="1"/>
            </p:cNvPicPr>
            <p:nvPr/>
          </p:nvPicPr>
          <p:blipFill>
            <a:blip r:embed="rId3"/>
            <a:stretch>
              <a:fillRect/>
            </a:stretch>
          </p:blipFill>
          <p:spPr>
            <a:xfrm flipH="1">
              <a:off x="5989265" y="-541087"/>
              <a:ext cx="3210828" cy="1465569"/>
            </a:xfrm>
            <a:prstGeom prst="rect">
              <a:avLst/>
            </a:prstGeom>
          </p:spPr>
        </p:pic>
        <p:pic>
          <p:nvPicPr>
            <p:cNvPr id="57" name="Picture 56" descr="A white lace with flowers on it&#10;&#10;AI-generated content may be incorrect.">
              <a:extLst>
                <a:ext uri="{FF2B5EF4-FFF2-40B4-BE49-F238E27FC236}">
                  <a16:creationId xmlns:a16="http://schemas.microsoft.com/office/drawing/2014/main" id="{92367F0F-8B3B-D432-BAE3-CC14D038415A}"/>
                </a:ext>
              </a:extLst>
            </p:cNvPr>
            <p:cNvPicPr>
              <a:picLocks noChangeAspect="1"/>
            </p:cNvPicPr>
            <p:nvPr/>
          </p:nvPicPr>
          <p:blipFill>
            <a:blip r:embed="rId3"/>
            <a:stretch>
              <a:fillRect/>
            </a:stretch>
          </p:blipFill>
          <p:spPr>
            <a:xfrm flipH="1">
              <a:off x="-109335" y="-545756"/>
              <a:ext cx="3210828" cy="1465568"/>
            </a:xfrm>
            <a:prstGeom prst="rect">
              <a:avLst/>
            </a:prstGeom>
          </p:spPr>
        </p:pic>
        <p:pic>
          <p:nvPicPr>
            <p:cNvPr id="58" name="Picture 57" descr="A white lace with flowers on it&#10;&#10;AI-generated content may be incorrect.">
              <a:extLst>
                <a:ext uri="{FF2B5EF4-FFF2-40B4-BE49-F238E27FC236}">
                  <a16:creationId xmlns:a16="http://schemas.microsoft.com/office/drawing/2014/main" id="{39E46A9C-4BF1-27CD-6C0F-F85CEEE4D4A0}"/>
                </a:ext>
              </a:extLst>
            </p:cNvPr>
            <p:cNvPicPr>
              <a:picLocks noChangeAspect="1"/>
            </p:cNvPicPr>
            <p:nvPr/>
          </p:nvPicPr>
          <p:blipFill>
            <a:blip r:embed="rId3"/>
            <a:stretch>
              <a:fillRect/>
            </a:stretch>
          </p:blipFill>
          <p:spPr>
            <a:xfrm>
              <a:off x="9089542" y="-545758"/>
              <a:ext cx="3210828" cy="1465568"/>
            </a:xfrm>
            <a:prstGeom prst="rect">
              <a:avLst/>
            </a:prstGeom>
          </p:spPr>
        </p:pic>
      </p:gr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2A7D"/>
        </a:solidFill>
        <a:effectLst/>
      </p:bgPr>
    </p:bg>
    <p:spTree>
      <p:nvGrpSpPr>
        <p:cNvPr id="1" name="">
          <a:extLst>
            <a:ext uri="{FF2B5EF4-FFF2-40B4-BE49-F238E27FC236}">
              <a16:creationId xmlns:a16="http://schemas.microsoft.com/office/drawing/2014/main" id="{F20CB19A-955A-9204-01AD-461AD8F38BB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47D6974-3887-37C6-80B2-DD9EE210D826}"/>
              </a:ext>
            </a:extLst>
          </p:cNvPr>
          <p:cNvSpPr/>
          <p:nvPr/>
        </p:nvSpPr>
        <p:spPr>
          <a:xfrm>
            <a:off x="157166" y="96129"/>
            <a:ext cx="11930524" cy="6660450"/>
          </a:xfrm>
          <a:custGeom>
            <a:avLst/>
            <a:gdLst>
              <a:gd name="csX0" fmla="*/ 0 w 11930524"/>
              <a:gd name="csY0" fmla="*/ 0 h 6660450"/>
              <a:gd name="csX1" fmla="*/ 238610 w 11930524"/>
              <a:gd name="csY1" fmla="*/ 0 h 6660450"/>
              <a:gd name="csX2" fmla="*/ 954442 w 11930524"/>
              <a:gd name="csY2" fmla="*/ 0 h 6660450"/>
              <a:gd name="csX3" fmla="*/ 1550968 w 11930524"/>
              <a:gd name="csY3" fmla="*/ 0 h 6660450"/>
              <a:gd name="csX4" fmla="*/ 1908884 w 11930524"/>
              <a:gd name="csY4" fmla="*/ 0 h 6660450"/>
              <a:gd name="csX5" fmla="*/ 2624715 w 11930524"/>
              <a:gd name="csY5" fmla="*/ 0 h 6660450"/>
              <a:gd name="csX6" fmla="*/ 3221241 w 11930524"/>
              <a:gd name="csY6" fmla="*/ 0 h 6660450"/>
              <a:gd name="csX7" fmla="*/ 4056378 w 11930524"/>
              <a:gd name="csY7" fmla="*/ 0 h 6660450"/>
              <a:gd name="csX8" fmla="*/ 4414294 w 11930524"/>
              <a:gd name="csY8" fmla="*/ 0 h 6660450"/>
              <a:gd name="csX9" fmla="*/ 5010820 w 11930524"/>
              <a:gd name="csY9" fmla="*/ 0 h 6660450"/>
              <a:gd name="csX10" fmla="*/ 5249431 w 11930524"/>
              <a:gd name="csY10" fmla="*/ 0 h 6660450"/>
              <a:gd name="csX11" fmla="*/ 5965262 w 11930524"/>
              <a:gd name="csY11" fmla="*/ 0 h 6660450"/>
              <a:gd name="csX12" fmla="*/ 6323178 w 11930524"/>
              <a:gd name="csY12" fmla="*/ 0 h 6660450"/>
              <a:gd name="csX13" fmla="*/ 6919704 w 11930524"/>
              <a:gd name="csY13" fmla="*/ 0 h 6660450"/>
              <a:gd name="csX14" fmla="*/ 7158314 w 11930524"/>
              <a:gd name="csY14" fmla="*/ 0 h 6660450"/>
              <a:gd name="csX15" fmla="*/ 7874146 w 11930524"/>
              <a:gd name="csY15" fmla="*/ 0 h 6660450"/>
              <a:gd name="csX16" fmla="*/ 8709283 w 11930524"/>
              <a:gd name="csY16" fmla="*/ 0 h 6660450"/>
              <a:gd name="csX17" fmla="*/ 9186503 w 11930524"/>
              <a:gd name="csY17" fmla="*/ 0 h 6660450"/>
              <a:gd name="csX18" fmla="*/ 9902335 w 11930524"/>
              <a:gd name="csY18" fmla="*/ 0 h 6660450"/>
              <a:gd name="csX19" fmla="*/ 10737472 w 11930524"/>
              <a:gd name="csY19" fmla="*/ 0 h 6660450"/>
              <a:gd name="csX20" fmla="*/ 10976082 w 11930524"/>
              <a:gd name="csY20" fmla="*/ 0 h 6660450"/>
              <a:gd name="csX21" fmla="*/ 11333998 w 11930524"/>
              <a:gd name="csY21" fmla="*/ 0 h 6660450"/>
              <a:gd name="csX22" fmla="*/ 11930524 w 11930524"/>
              <a:gd name="csY22" fmla="*/ 0 h 6660450"/>
              <a:gd name="csX23" fmla="*/ 11930524 w 11930524"/>
              <a:gd name="csY23" fmla="*/ 688247 h 6660450"/>
              <a:gd name="csX24" fmla="*/ 11930524 w 11930524"/>
              <a:gd name="csY24" fmla="*/ 1110075 h 6660450"/>
              <a:gd name="csX25" fmla="*/ 11930524 w 11930524"/>
              <a:gd name="csY25" fmla="*/ 1531903 h 6660450"/>
              <a:gd name="csX26" fmla="*/ 11930524 w 11930524"/>
              <a:gd name="csY26" fmla="*/ 2086941 h 6660450"/>
              <a:gd name="csX27" fmla="*/ 11930524 w 11930524"/>
              <a:gd name="csY27" fmla="*/ 2708583 h 6660450"/>
              <a:gd name="csX28" fmla="*/ 11930524 w 11930524"/>
              <a:gd name="csY28" fmla="*/ 3063807 h 6660450"/>
              <a:gd name="csX29" fmla="*/ 11930524 w 11930524"/>
              <a:gd name="csY29" fmla="*/ 3618845 h 6660450"/>
              <a:gd name="csX30" fmla="*/ 11930524 w 11930524"/>
              <a:gd name="csY30" fmla="*/ 4040673 h 6660450"/>
              <a:gd name="csX31" fmla="*/ 11930524 w 11930524"/>
              <a:gd name="csY31" fmla="*/ 4662315 h 6660450"/>
              <a:gd name="csX32" fmla="*/ 11930524 w 11930524"/>
              <a:gd name="csY32" fmla="*/ 5017539 h 6660450"/>
              <a:gd name="csX33" fmla="*/ 11930524 w 11930524"/>
              <a:gd name="csY33" fmla="*/ 5639181 h 6660450"/>
              <a:gd name="csX34" fmla="*/ 11930524 w 11930524"/>
              <a:gd name="csY34" fmla="*/ 6660450 h 6660450"/>
              <a:gd name="csX35" fmla="*/ 11333998 w 11930524"/>
              <a:gd name="csY35" fmla="*/ 6660450 h 6660450"/>
              <a:gd name="csX36" fmla="*/ 10976082 w 11930524"/>
              <a:gd name="csY36" fmla="*/ 6660450 h 6660450"/>
              <a:gd name="csX37" fmla="*/ 10737472 w 11930524"/>
              <a:gd name="csY37" fmla="*/ 6660450 h 6660450"/>
              <a:gd name="csX38" fmla="*/ 10379556 w 11930524"/>
              <a:gd name="csY38" fmla="*/ 6660450 h 6660450"/>
              <a:gd name="csX39" fmla="*/ 9902335 w 11930524"/>
              <a:gd name="csY39" fmla="*/ 6660450 h 6660450"/>
              <a:gd name="csX40" fmla="*/ 9305809 w 11930524"/>
              <a:gd name="csY40" fmla="*/ 6660450 h 6660450"/>
              <a:gd name="csX41" fmla="*/ 8828588 w 11930524"/>
              <a:gd name="csY41" fmla="*/ 6660450 h 6660450"/>
              <a:gd name="csX42" fmla="*/ 8470672 w 11930524"/>
              <a:gd name="csY42" fmla="*/ 6660450 h 6660450"/>
              <a:gd name="csX43" fmla="*/ 8112756 w 11930524"/>
              <a:gd name="csY43" fmla="*/ 6660450 h 6660450"/>
              <a:gd name="csX44" fmla="*/ 7754841 w 11930524"/>
              <a:gd name="csY44" fmla="*/ 6660450 h 6660450"/>
              <a:gd name="csX45" fmla="*/ 7396925 w 11930524"/>
              <a:gd name="csY45" fmla="*/ 6660450 h 6660450"/>
              <a:gd name="csX46" fmla="*/ 6800399 w 11930524"/>
              <a:gd name="csY46" fmla="*/ 6660450 h 6660450"/>
              <a:gd name="csX47" fmla="*/ 6323178 w 11930524"/>
              <a:gd name="csY47" fmla="*/ 6660450 h 6660450"/>
              <a:gd name="csX48" fmla="*/ 5965262 w 11930524"/>
              <a:gd name="csY48" fmla="*/ 6660450 h 6660450"/>
              <a:gd name="csX49" fmla="*/ 5368736 w 11930524"/>
              <a:gd name="csY49" fmla="*/ 6660450 h 6660450"/>
              <a:gd name="csX50" fmla="*/ 4533599 w 11930524"/>
              <a:gd name="csY50" fmla="*/ 6660450 h 6660450"/>
              <a:gd name="csX51" fmla="*/ 4056378 w 11930524"/>
              <a:gd name="csY51" fmla="*/ 6660450 h 6660450"/>
              <a:gd name="csX52" fmla="*/ 3221241 w 11930524"/>
              <a:gd name="csY52" fmla="*/ 6660450 h 6660450"/>
              <a:gd name="csX53" fmla="*/ 2982631 w 11930524"/>
              <a:gd name="csY53" fmla="*/ 6660450 h 6660450"/>
              <a:gd name="csX54" fmla="*/ 2505410 w 11930524"/>
              <a:gd name="csY54" fmla="*/ 6660450 h 6660450"/>
              <a:gd name="csX55" fmla="*/ 1670273 w 11930524"/>
              <a:gd name="csY55" fmla="*/ 6660450 h 6660450"/>
              <a:gd name="csX56" fmla="*/ 1312358 w 11930524"/>
              <a:gd name="csY56" fmla="*/ 6660450 h 6660450"/>
              <a:gd name="csX57" fmla="*/ 835137 w 11930524"/>
              <a:gd name="csY57" fmla="*/ 6660450 h 6660450"/>
              <a:gd name="csX58" fmla="*/ 0 w 11930524"/>
              <a:gd name="csY58" fmla="*/ 6660450 h 6660450"/>
              <a:gd name="csX59" fmla="*/ 0 w 11930524"/>
              <a:gd name="csY59" fmla="*/ 5972204 h 6660450"/>
              <a:gd name="csX60" fmla="*/ 0 w 11930524"/>
              <a:gd name="csY60" fmla="*/ 5350562 h 6660450"/>
              <a:gd name="csX61" fmla="*/ 0 w 11930524"/>
              <a:gd name="csY61" fmla="*/ 4662315 h 6660450"/>
              <a:gd name="csX62" fmla="*/ 0 w 11930524"/>
              <a:gd name="csY62" fmla="*/ 4173882 h 6660450"/>
              <a:gd name="csX63" fmla="*/ 0 w 11930524"/>
              <a:gd name="csY63" fmla="*/ 3818658 h 6660450"/>
              <a:gd name="csX64" fmla="*/ 0 w 11930524"/>
              <a:gd name="csY64" fmla="*/ 3197016 h 6660450"/>
              <a:gd name="csX65" fmla="*/ 0 w 11930524"/>
              <a:gd name="csY65" fmla="*/ 2708583 h 6660450"/>
              <a:gd name="csX66" fmla="*/ 0 w 11930524"/>
              <a:gd name="csY66" fmla="*/ 2020336 h 6660450"/>
              <a:gd name="csX67" fmla="*/ 0 w 11930524"/>
              <a:gd name="csY67" fmla="*/ 1332090 h 6660450"/>
              <a:gd name="csX68" fmla="*/ 0 w 11930524"/>
              <a:gd name="csY68" fmla="*/ 910261 h 6660450"/>
              <a:gd name="csX69" fmla="*/ 0 w 11930524"/>
              <a:gd name="csY69" fmla="*/ 0 h 6660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11930524" h="6660450" fill="none" extrusionOk="0">
                <a:moveTo>
                  <a:pt x="0" y="0"/>
                </a:moveTo>
                <a:cubicBezTo>
                  <a:pt x="62230" y="-2714"/>
                  <a:pt x="186959" y="1838"/>
                  <a:pt x="238610" y="0"/>
                </a:cubicBezTo>
                <a:cubicBezTo>
                  <a:pt x="290261" y="-1838"/>
                  <a:pt x="795506" y="47664"/>
                  <a:pt x="954442" y="0"/>
                </a:cubicBezTo>
                <a:cubicBezTo>
                  <a:pt x="1113378" y="-47664"/>
                  <a:pt x="1382856" y="70457"/>
                  <a:pt x="1550968" y="0"/>
                </a:cubicBezTo>
                <a:cubicBezTo>
                  <a:pt x="1719080" y="-70457"/>
                  <a:pt x="1835019" y="29529"/>
                  <a:pt x="1908884" y="0"/>
                </a:cubicBezTo>
                <a:cubicBezTo>
                  <a:pt x="1982749" y="-29529"/>
                  <a:pt x="2358649" y="79217"/>
                  <a:pt x="2624715" y="0"/>
                </a:cubicBezTo>
                <a:cubicBezTo>
                  <a:pt x="2890781" y="-79217"/>
                  <a:pt x="2999238" y="10755"/>
                  <a:pt x="3221241" y="0"/>
                </a:cubicBezTo>
                <a:cubicBezTo>
                  <a:pt x="3443244" y="-10755"/>
                  <a:pt x="3659012" y="35700"/>
                  <a:pt x="4056378" y="0"/>
                </a:cubicBezTo>
                <a:cubicBezTo>
                  <a:pt x="4453744" y="-35700"/>
                  <a:pt x="4242504" y="11275"/>
                  <a:pt x="4414294" y="0"/>
                </a:cubicBezTo>
                <a:cubicBezTo>
                  <a:pt x="4586084" y="-11275"/>
                  <a:pt x="4827299" y="42709"/>
                  <a:pt x="5010820" y="0"/>
                </a:cubicBezTo>
                <a:cubicBezTo>
                  <a:pt x="5194341" y="-42709"/>
                  <a:pt x="5186855" y="24835"/>
                  <a:pt x="5249431" y="0"/>
                </a:cubicBezTo>
                <a:cubicBezTo>
                  <a:pt x="5312007" y="-24835"/>
                  <a:pt x="5780305" y="52102"/>
                  <a:pt x="5965262" y="0"/>
                </a:cubicBezTo>
                <a:cubicBezTo>
                  <a:pt x="6150219" y="-52102"/>
                  <a:pt x="6227107" y="10191"/>
                  <a:pt x="6323178" y="0"/>
                </a:cubicBezTo>
                <a:cubicBezTo>
                  <a:pt x="6419249" y="-10191"/>
                  <a:pt x="6657854" y="34505"/>
                  <a:pt x="6919704" y="0"/>
                </a:cubicBezTo>
                <a:cubicBezTo>
                  <a:pt x="7181554" y="-34505"/>
                  <a:pt x="7072921" y="19239"/>
                  <a:pt x="7158314" y="0"/>
                </a:cubicBezTo>
                <a:cubicBezTo>
                  <a:pt x="7243707" y="-19239"/>
                  <a:pt x="7665718" y="18610"/>
                  <a:pt x="7874146" y="0"/>
                </a:cubicBezTo>
                <a:cubicBezTo>
                  <a:pt x="8082574" y="-18610"/>
                  <a:pt x="8495222" y="34915"/>
                  <a:pt x="8709283" y="0"/>
                </a:cubicBezTo>
                <a:cubicBezTo>
                  <a:pt x="8923344" y="-34915"/>
                  <a:pt x="9005339" y="14819"/>
                  <a:pt x="9186503" y="0"/>
                </a:cubicBezTo>
                <a:cubicBezTo>
                  <a:pt x="9367667" y="-14819"/>
                  <a:pt x="9682485" y="79461"/>
                  <a:pt x="9902335" y="0"/>
                </a:cubicBezTo>
                <a:cubicBezTo>
                  <a:pt x="10122185" y="-79461"/>
                  <a:pt x="10471659" y="14074"/>
                  <a:pt x="10737472" y="0"/>
                </a:cubicBezTo>
                <a:cubicBezTo>
                  <a:pt x="11003285" y="-14074"/>
                  <a:pt x="10892665" y="28501"/>
                  <a:pt x="10976082" y="0"/>
                </a:cubicBezTo>
                <a:cubicBezTo>
                  <a:pt x="11059499" y="-28501"/>
                  <a:pt x="11251388" y="15998"/>
                  <a:pt x="11333998" y="0"/>
                </a:cubicBezTo>
                <a:cubicBezTo>
                  <a:pt x="11416608" y="-15998"/>
                  <a:pt x="11673513" y="46473"/>
                  <a:pt x="11930524" y="0"/>
                </a:cubicBezTo>
                <a:cubicBezTo>
                  <a:pt x="11938139" y="241295"/>
                  <a:pt x="11915154" y="357134"/>
                  <a:pt x="11930524" y="688247"/>
                </a:cubicBezTo>
                <a:cubicBezTo>
                  <a:pt x="11945894" y="1019360"/>
                  <a:pt x="11888903" y="922734"/>
                  <a:pt x="11930524" y="1110075"/>
                </a:cubicBezTo>
                <a:cubicBezTo>
                  <a:pt x="11972145" y="1297416"/>
                  <a:pt x="11917945" y="1342225"/>
                  <a:pt x="11930524" y="1531903"/>
                </a:cubicBezTo>
                <a:cubicBezTo>
                  <a:pt x="11943103" y="1721581"/>
                  <a:pt x="11886261" y="1887006"/>
                  <a:pt x="11930524" y="2086941"/>
                </a:cubicBezTo>
                <a:cubicBezTo>
                  <a:pt x="11974787" y="2286876"/>
                  <a:pt x="11894857" y="2460977"/>
                  <a:pt x="11930524" y="2708583"/>
                </a:cubicBezTo>
                <a:cubicBezTo>
                  <a:pt x="11966191" y="2956189"/>
                  <a:pt x="11917335" y="2915791"/>
                  <a:pt x="11930524" y="3063807"/>
                </a:cubicBezTo>
                <a:cubicBezTo>
                  <a:pt x="11943713" y="3211823"/>
                  <a:pt x="11877726" y="3389685"/>
                  <a:pt x="11930524" y="3618845"/>
                </a:cubicBezTo>
                <a:cubicBezTo>
                  <a:pt x="11983322" y="3848005"/>
                  <a:pt x="11901816" y="3954627"/>
                  <a:pt x="11930524" y="4040673"/>
                </a:cubicBezTo>
                <a:cubicBezTo>
                  <a:pt x="11959232" y="4126719"/>
                  <a:pt x="11919225" y="4416948"/>
                  <a:pt x="11930524" y="4662315"/>
                </a:cubicBezTo>
                <a:cubicBezTo>
                  <a:pt x="11941823" y="4907682"/>
                  <a:pt x="11903655" y="4933760"/>
                  <a:pt x="11930524" y="5017539"/>
                </a:cubicBezTo>
                <a:cubicBezTo>
                  <a:pt x="11957393" y="5101318"/>
                  <a:pt x="11894343" y="5465285"/>
                  <a:pt x="11930524" y="5639181"/>
                </a:cubicBezTo>
                <a:cubicBezTo>
                  <a:pt x="11966705" y="5813077"/>
                  <a:pt x="11815264" y="6204358"/>
                  <a:pt x="11930524" y="6660450"/>
                </a:cubicBezTo>
                <a:cubicBezTo>
                  <a:pt x="11669076" y="6672328"/>
                  <a:pt x="11575976" y="6637205"/>
                  <a:pt x="11333998" y="6660450"/>
                </a:cubicBezTo>
                <a:cubicBezTo>
                  <a:pt x="11092020" y="6683695"/>
                  <a:pt x="11090021" y="6637286"/>
                  <a:pt x="10976082" y="6660450"/>
                </a:cubicBezTo>
                <a:cubicBezTo>
                  <a:pt x="10862143" y="6683614"/>
                  <a:pt x="10844614" y="6655936"/>
                  <a:pt x="10737472" y="6660450"/>
                </a:cubicBezTo>
                <a:cubicBezTo>
                  <a:pt x="10630330" y="6664964"/>
                  <a:pt x="10460729" y="6624048"/>
                  <a:pt x="10379556" y="6660450"/>
                </a:cubicBezTo>
                <a:cubicBezTo>
                  <a:pt x="10298383" y="6696852"/>
                  <a:pt x="10044772" y="6646859"/>
                  <a:pt x="9902335" y="6660450"/>
                </a:cubicBezTo>
                <a:cubicBezTo>
                  <a:pt x="9759898" y="6674041"/>
                  <a:pt x="9499972" y="6644435"/>
                  <a:pt x="9305809" y="6660450"/>
                </a:cubicBezTo>
                <a:cubicBezTo>
                  <a:pt x="9111646" y="6676465"/>
                  <a:pt x="9046903" y="6646001"/>
                  <a:pt x="8828588" y="6660450"/>
                </a:cubicBezTo>
                <a:cubicBezTo>
                  <a:pt x="8610273" y="6674899"/>
                  <a:pt x="8581396" y="6643494"/>
                  <a:pt x="8470672" y="6660450"/>
                </a:cubicBezTo>
                <a:cubicBezTo>
                  <a:pt x="8359948" y="6677406"/>
                  <a:pt x="8223967" y="6629264"/>
                  <a:pt x="8112756" y="6660450"/>
                </a:cubicBezTo>
                <a:cubicBezTo>
                  <a:pt x="8001545" y="6691636"/>
                  <a:pt x="7895858" y="6642230"/>
                  <a:pt x="7754841" y="6660450"/>
                </a:cubicBezTo>
                <a:cubicBezTo>
                  <a:pt x="7613824" y="6678670"/>
                  <a:pt x="7547942" y="6621982"/>
                  <a:pt x="7396925" y="6660450"/>
                </a:cubicBezTo>
                <a:cubicBezTo>
                  <a:pt x="7245908" y="6698918"/>
                  <a:pt x="6943174" y="6620413"/>
                  <a:pt x="6800399" y="6660450"/>
                </a:cubicBezTo>
                <a:cubicBezTo>
                  <a:pt x="6657624" y="6700487"/>
                  <a:pt x="6459969" y="6617805"/>
                  <a:pt x="6323178" y="6660450"/>
                </a:cubicBezTo>
                <a:cubicBezTo>
                  <a:pt x="6186387" y="6703095"/>
                  <a:pt x="6060151" y="6619298"/>
                  <a:pt x="5965262" y="6660450"/>
                </a:cubicBezTo>
                <a:cubicBezTo>
                  <a:pt x="5870373" y="6701602"/>
                  <a:pt x="5639063" y="6608894"/>
                  <a:pt x="5368736" y="6660450"/>
                </a:cubicBezTo>
                <a:cubicBezTo>
                  <a:pt x="5098409" y="6712006"/>
                  <a:pt x="4786331" y="6580448"/>
                  <a:pt x="4533599" y="6660450"/>
                </a:cubicBezTo>
                <a:cubicBezTo>
                  <a:pt x="4280867" y="6740452"/>
                  <a:pt x="4244839" y="6621174"/>
                  <a:pt x="4056378" y="6660450"/>
                </a:cubicBezTo>
                <a:cubicBezTo>
                  <a:pt x="3867917" y="6699726"/>
                  <a:pt x="3414691" y="6657325"/>
                  <a:pt x="3221241" y="6660450"/>
                </a:cubicBezTo>
                <a:cubicBezTo>
                  <a:pt x="3027791" y="6663575"/>
                  <a:pt x="3089779" y="6651037"/>
                  <a:pt x="2982631" y="6660450"/>
                </a:cubicBezTo>
                <a:cubicBezTo>
                  <a:pt x="2875483" y="6669863"/>
                  <a:pt x="2658849" y="6617467"/>
                  <a:pt x="2505410" y="6660450"/>
                </a:cubicBezTo>
                <a:cubicBezTo>
                  <a:pt x="2351971" y="6703433"/>
                  <a:pt x="1851629" y="6571980"/>
                  <a:pt x="1670273" y="6660450"/>
                </a:cubicBezTo>
                <a:cubicBezTo>
                  <a:pt x="1488917" y="6748920"/>
                  <a:pt x="1427973" y="6629988"/>
                  <a:pt x="1312358" y="6660450"/>
                </a:cubicBezTo>
                <a:cubicBezTo>
                  <a:pt x="1196743" y="6690912"/>
                  <a:pt x="957150" y="6635535"/>
                  <a:pt x="835137" y="6660450"/>
                </a:cubicBezTo>
                <a:cubicBezTo>
                  <a:pt x="713124" y="6685365"/>
                  <a:pt x="289297" y="6629143"/>
                  <a:pt x="0" y="6660450"/>
                </a:cubicBezTo>
                <a:cubicBezTo>
                  <a:pt x="-19094" y="6390836"/>
                  <a:pt x="14575" y="6164295"/>
                  <a:pt x="0" y="5972204"/>
                </a:cubicBezTo>
                <a:cubicBezTo>
                  <a:pt x="-14575" y="5780113"/>
                  <a:pt x="16360" y="5499515"/>
                  <a:pt x="0" y="5350562"/>
                </a:cubicBezTo>
                <a:cubicBezTo>
                  <a:pt x="-16360" y="5201609"/>
                  <a:pt x="50016" y="4988808"/>
                  <a:pt x="0" y="4662315"/>
                </a:cubicBezTo>
                <a:cubicBezTo>
                  <a:pt x="-50016" y="4335822"/>
                  <a:pt x="18414" y="4335343"/>
                  <a:pt x="0" y="4173882"/>
                </a:cubicBezTo>
                <a:cubicBezTo>
                  <a:pt x="-18414" y="4012421"/>
                  <a:pt x="39140" y="3985528"/>
                  <a:pt x="0" y="3818658"/>
                </a:cubicBezTo>
                <a:cubicBezTo>
                  <a:pt x="-39140" y="3651788"/>
                  <a:pt x="13794" y="3455383"/>
                  <a:pt x="0" y="3197016"/>
                </a:cubicBezTo>
                <a:cubicBezTo>
                  <a:pt x="-13794" y="2938649"/>
                  <a:pt x="10850" y="2887330"/>
                  <a:pt x="0" y="2708583"/>
                </a:cubicBezTo>
                <a:cubicBezTo>
                  <a:pt x="-10850" y="2529836"/>
                  <a:pt x="74738" y="2185518"/>
                  <a:pt x="0" y="2020336"/>
                </a:cubicBezTo>
                <a:cubicBezTo>
                  <a:pt x="-74738" y="1855154"/>
                  <a:pt x="79909" y="1640364"/>
                  <a:pt x="0" y="1332090"/>
                </a:cubicBezTo>
                <a:cubicBezTo>
                  <a:pt x="-79909" y="1023816"/>
                  <a:pt x="38789" y="1103225"/>
                  <a:pt x="0" y="910261"/>
                </a:cubicBezTo>
                <a:cubicBezTo>
                  <a:pt x="-38789" y="717297"/>
                  <a:pt x="46932" y="279248"/>
                  <a:pt x="0" y="0"/>
                </a:cubicBezTo>
                <a:close/>
              </a:path>
              <a:path w="11930524" h="6660450" stroke="0" extrusionOk="0">
                <a:moveTo>
                  <a:pt x="0" y="0"/>
                </a:moveTo>
                <a:cubicBezTo>
                  <a:pt x="90751" y="-35142"/>
                  <a:pt x="190740" y="31018"/>
                  <a:pt x="357916" y="0"/>
                </a:cubicBezTo>
                <a:cubicBezTo>
                  <a:pt x="525092" y="-31018"/>
                  <a:pt x="733870" y="27548"/>
                  <a:pt x="1073747" y="0"/>
                </a:cubicBezTo>
                <a:cubicBezTo>
                  <a:pt x="1413624" y="-27548"/>
                  <a:pt x="1451202" y="24219"/>
                  <a:pt x="1550968" y="0"/>
                </a:cubicBezTo>
                <a:cubicBezTo>
                  <a:pt x="1650734" y="-24219"/>
                  <a:pt x="2014136" y="31376"/>
                  <a:pt x="2266800" y="0"/>
                </a:cubicBezTo>
                <a:cubicBezTo>
                  <a:pt x="2519464" y="-31376"/>
                  <a:pt x="2448122" y="16237"/>
                  <a:pt x="2624715" y="0"/>
                </a:cubicBezTo>
                <a:cubicBezTo>
                  <a:pt x="2801309" y="-16237"/>
                  <a:pt x="3093548" y="69329"/>
                  <a:pt x="3221241" y="0"/>
                </a:cubicBezTo>
                <a:cubicBezTo>
                  <a:pt x="3348934" y="-69329"/>
                  <a:pt x="3485953" y="27662"/>
                  <a:pt x="3579157" y="0"/>
                </a:cubicBezTo>
                <a:cubicBezTo>
                  <a:pt x="3672361" y="-27662"/>
                  <a:pt x="3829445" y="16838"/>
                  <a:pt x="4056378" y="0"/>
                </a:cubicBezTo>
                <a:cubicBezTo>
                  <a:pt x="4283311" y="-16838"/>
                  <a:pt x="4474768" y="10448"/>
                  <a:pt x="4652904" y="0"/>
                </a:cubicBezTo>
                <a:cubicBezTo>
                  <a:pt x="4831040" y="-10448"/>
                  <a:pt x="4802864" y="20556"/>
                  <a:pt x="4891515" y="0"/>
                </a:cubicBezTo>
                <a:cubicBezTo>
                  <a:pt x="4980166" y="-20556"/>
                  <a:pt x="5361658" y="7985"/>
                  <a:pt x="5488041" y="0"/>
                </a:cubicBezTo>
                <a:cubicBezTo>
                  <a:pt x="5614424" y="-7985"/>
                  <a:pt x="5658779" y="27973"/>
                  <a:pt x="5726652" y="0"/>
                </a:cubicBezTo>
                <a:cubicBezTo>
                  <a:pt x="5794525" y="-27973"/>
                  <a:pt x="6018206" y="17541"/>
                  <a:pt x="6203872" y="0"/>
                </a:cubicBezTo>
                <a:cubicBezTo>
                  <a:pt x="6389538" y="-17541"/>
                  <a:pt x="6428811" y="26719"/>
                  <a:pt x="6561788" y="0"/>
                </a:cubicBezTo>
                <a:cubicBezTo>
                  <a:pt x="6694765" y="-26719"/>
                  <a:pt x="7058644" y="68580"/>
                  <a:pt x="7396925" y="0"/>
                </a:cubicBezTo>
                <a:cubicBezTo>
                  <a:pt x="7735206" y="-68580"/>
                  <a:pt x="7816037" y="61723"/>
                  <a:pt x="8112756" y="0"/>
                </a:cubicBezTo>
                <a:cubicBezTo>
                  <a:pt x="8409475" y="-61723"/>
                  <a:pt x="8418317" y="68968"/>
                  <a:pt x="8709283" y="0"/>
                </a:cubicBezTo>
                <a:cubicBezTo>
                  <a:pt x="9000249" y="-68968"/>
                  <a:pt x="8879206" y="20252"/>
                  <a:pt x="8947893" y="0"/>
                </a:cubicBezTo>
                <a:cubicBezTo>
                  <a:pt x="9016580" y="-20252"/>
                  <a:pt x="9399409" y="4491"/>
                  <a:pt x="9663724" y="0"/>
                </a:cubicBezTo>
                <a:cubicBezTo>
                  <a:pt x="9928039" y="-4491"/>
                  <a:pt x="9905991" y="24264"/>
                  <a:pt x="10021640" y="0"/>
                </a:cubicBezTo>
                <a:cubicBezTo>
                  <a:pt x="10137289" y="-24264"/>
                  <a:pt x="10510883" y="36883"/>
                  <a:pt x="10737472" y="0"/>
                </a:cubicBezTo>
                <a:cubicBezTo>
                  <a:pt x="10964061" y="-36883"/>
                  <a:pt x="11681493" y="1507"/>
                  <a:pt x="11930524" y="0"/>
                </a:cubicBezTo>
                <a:cubicBezTo>
                  <a:pt x="11976354" y="242250"/>
                  <a:pt x="11855059" y="489895"/>
                  <a:pt x="11930524" y="688247"/>
                </a:cubicBezTo>
                <a:cubicBezTo>
                  <a:pt x="12005989" y="886599"/>
                  <a:pt x="11892292" y="1137201"/>
                  <a:pt x="11930524" y="1309889"/>
                </a:cubicBezTo>
                <a:cubicBezTo>
                  <a:pt x="11968756" y="1482577"/>
                  <a:pt x="11898610" y="1716369"/>
                  <a:pt x="11930524" y="1931530"/>
                </a:cubicBezTo>
                <a:cubicBezTo>
                  <a:pt x="11962438" y="2146691"/>
                  <a:pt x="11916794" y="2212587"/>
                  <a:pt x="11930524" y="2486568"/>
                </a:cubicBezTo>
                <a:cubicBezTo>
                  <a:pt x="11944254" y="2760549"/>
                  <a:pt x="11884940" y="2901280"/>
                  <a:pt x="11930524" y="3174814"/>
                </a:cubicBezTo>
                <a:cubicBezTo>
                  <a:pt x="11976108" y="3448348"/>
                  <a:pt x="11851724" y="3651569"/>
                  <a:pt x="11930524" y="3863061"/>
                </a:cubicBezTo>
                <a:cubicBezTo>
                  <a:pt x="12009324" y="4074553"/>
                  <a:pt x="11924375" y="4229958"/>
                  <a:pt x="11930524" y="4351494"/>
                </a:cubicBezTo>
                <a:cubicBezTo>
                  <a:pt x="11936673" y="4473030"/>
                  <a:pt x="11910539" y="4566919"/>
                  <a:pt x="11930524" y="4706718"/>
                </a:cubicBezTo>
                <a:cubicBezTo>
                  <a:pt x="11950509" y="4846517"/>
                  <a:pt x="11921731" y="5033060"/>
                  <a:pt x="11930524" y="5128547"/>
                </a:cubicBezTo>
                <a:cubicBezTo>
                  <a:pt x="11939317" y="5224034"/>
                  <a:pt x="11908853" y="5495897"/>
                  <a:pt x="11930524" y="5616980"/>
                </a:cubicBezTo>
                <a:cubicBezTo>
                  <a:pt x="11952195" y="5738063"/>
                  <a:pt x="11908524" y="5817348"/>
                  <a:pt x="11930524" y="5972204"/>
                </a:cubicBezTo>
                <a:cubicBezTo>
                  <a:pt x="11952524" y="6127060"/>
                  <a:pt x="11876159" y="6382459"/>
                  <a:pt x="11930524" y="6660450"/>
                </a:cubicBezTo>
                <a:cubicBezTo>
                  <a:pt x="11646531" y="6728458"/>
                  <a:pt x="11573019" y="6638744"/>
                  <a:pt x="11333998" y="6660450"/>
                </a:cubicBezTo>
                <a:cubicBezTo>
                  <a:pt x="11094977" y="6682156"/>
                  <a:pt x="10986897" y="6628426"/>
                  <a:pt x="10856777" y="6660450"/>
                </a:cubicBezTo>
                <a:cubicBezTo>
                  <a:pt x="10726657" y="6692474"/>
                  <a:pt x="10285440" y="6629014"/>
                  <a:pt x="10140945" y="6660450"/>
                </a:cubicBezTo>
                <a:cubicBezTo>
                  <a:pt x="9996450" y="6691886"/>
                  <a:pt x="9932736" y="6638152"/>
                  <a:pt x="9783030" y="6660450"/>
                </a:cubicBezTo>
                <a:cubicBezTo>
                  <a:pt x="9633325" y="6682748"/>
                  <a:pt x="9623623" y="6649408"/>
                  <a:pt x="9544419" y="6660450"/>
                </a:cubicBezTo>
                <a:cubicBezTo>
                  <a:pt x="9465215" y="6671492"/>
                  <a:pt x="9013838" y="6627051"/>
                  <a:pt x="8828588" y="6660450"/>
                </a:cubicBezTo>
                <a:cubicBezTo>
                  <a:pt x="8643338" y="6693849"/>
                  <a:pt x="8373806" y="6612184"/>
                  <a:pt x="8112756" y="6660450"/>
                </a:cubicBezTo>
                <a:cubicBezTo>
                  <a:pt x="7851706" y="6708716"/>
                  <a:pt x="7955362" y="6648866"/>
                  <a:pt x="7874146" y="6660450"/>
                </a:cubicBezTo>
                <a:cubicBezTo>
                  <a:pt x="7792930" y="6672034"/>
                  <a:pt x="7416748" y="6654390"/>
                  <a:pt x="7158314" y="6660450"/>
                </a:cubicBezTo>
                <a:cubicBezTo>
                  <a:pt x="6899880" y="6666510"/>
                  <a:pt x="6659838" y="6593491"/>
                  <a:pt x="6323178" y="6660450"/>
                </a:cubicBezTo>
                <a:cubicBezTo>
                  <a:pt x="5986518" y="6727409"/>
                  <a:pt x="6042266" y="6649697"/>
                  <a:pt x="5965262" y="6660450"/>
                </a:cubicBezTo>
                <a:cubicBezTo>
                  <a:pt x="5888258" y="6671203"/>
                  <a:pt x="5300610" y="6618616"/>
                  <a:pt x="5130125" y="6660450"/>
                </a:cubicBezTo>
                <a:cubicBezTo>
                  <a:pt x="4959640" y="6702284"/>
                  <a:pt x="4889608" y="6622810"/>
                  <a:pt x="4772210" y="6660450"/>
                </a:cubicBezTo>
                <a:cubicBezTo>
                  <a:pt x="4654813" y="6698090"/>
                  <a:pt x="4443973" y="6628879"/>
                  <a:pt x="4294989" y="6660450"/>
                </a:cubicBezTo>
                <a:cubicBezTo>
                  <a:pt x="4146005" y="6692021"/>
                  <a:pt x="3726451" y="6610284"/>
                  <a:pt x="3579157" y="6660450"/>
                </a:cubicBezTo>
                <a:cubicBezTo>
                  <a:pt x="3431863" y="6710616"/>
                  <a:pt x="3414662" y="6649957"/>
                  <a:pt x="3340547" y="6660450"/>
                </a:cubicBezTo>
                <a:cubicBezTo>
                  <a:pt x="3266432" y="6670943"/>
                  <a:pt x="3134987" y="6619640"/>
                  <a:pt x="2982631" y="6660450"/>
                </a:cubicBezTo>
                <a:cubicBezTo>
                  <a:pt x="2830275" y="6701260"/>
                  <a:pt x="2607003" y="6650543"/>
                  <a:pt x="2505410" y="6660450"/>
                </a:cubicBezTo>
                <a:cubicBezTo>
                  <a:pt x="2403817" y="6670357"/>
                  <a:pt x="2117883" y="6653972"/>
                  <a:pt x="1789579" y="6660450"/>
                </a:cubicBezTo>
                <a:cubicBezTo>
                  <a:pt x="1461275" y="6666928"/>
                  <a:pt x="1577649" y="6628837"/>
                  <a:pt x="1431663" y="6660450"/>
                </a:cubicBezTo>
                <a:cubicBezTo>
                  <a:pt x="1285677" y="6692063"/>
                  <a:pt x="1017855" y="6620709"/>
                  <a:pt x="715831" y="6660450"/>
                </a:cubicBezTo>
                <a:cubicBezTo>
                  <a:pt x="413807" y="6700191"/>
                  <a:pt x="336143" y="6616722"/>
                  <a:pt x="0" y="6660450"/>
                </a:cubicBezTo>
                <a:cubicBezTo>
                  <a:pt x="-31779" y="6540486"/>
                  <a:pt x="17105" y="6418052"/>
                  <a:pt x="0" y="6305226"/>
                </a:cubicBezTo>
                <a:cubicBezTo>
                  <a:pt x="-17105" y="6192400"/>
                  <a:pt x="59867" y="5974703"/>
                  <a:pt x="0" y="5683584"/>
                </a:cubicBezTo>
                <a:cubicBezTo>
                  <a:pt x="-59867" y="5392465"/>
                  <a:pt x="22324" y="5266616"/>
                  <a:pt x="0" y="5061942"/>
                </a:cubicBezTo>
                <a:cubicBezTo>
                  <a:pt x="-22324" y="4857268"/>
                  <a:pt x="21429" y="4719939"/>
                  <a:pt x="0" y="4573509"/>
                </a:cubicBezTo>
                <a:cubicBezTo>
                  <a:pt x="-21429" y="4427079"/>
                  <a:pt x="37144" y="4361365"/>
                  <a:pt x="0" y="4218285"/>
                </a:cubicBezTo>
                <a:cubicBezTo>
                  <a:pt x="-37144" y="4075205"/>
                  <a:pt x="16029" y="3789392"/>
                  <a:pt x="0" y="3663248"/>
                </a:cubicBezTo>
                <a:cubicBezTo>
                  <a:pt x="-16029" y="3537104"/>
                  <a:pt x="27796" y="3406716"/>
                  <a:pt x="0" y="3308024"/>
                </a:cubicBezTo>
                <a:cubicBezTo>
                  <a:pt x="-27796" y="3209332"/>
                  <a:pt x="43855" y="2880408"/>
                  <a:pt x="0" y="2686382"/>
                </a:cubicBezTo>
                <a:cubicBezTo>
                  <a:pt x="-43855" y="2492356"/>
                  <a:pt x="28873" y="2435490"/>
                  <a:pt x="0" y="2264553"/>
                </a:cubicBezTo>
                <a:cubicBezTo>
                  <a:pt x="-28873" y="2093616"/>
                  <a:pt x="362" y="1793297"/>
                  <a:pt x="0" y="1642911"/>
                </a:cubicBezTo>
                <a:cubicBezTo>
                  <a:pt x="-362" y="1492525"/>
                  <a:pt x="3416" y="1253606"/>
                  <a:pt x="0" y="954664"/>
                </a:cubicBezTo>
                <a:cubicBezTo>
                  <a:pt x="-3416" y="655722"/>
                  <a:pt x="35559" y="673190"/>
                  <a:pt x="0" y="599440"/>
                </a:cubicBezTo>
                <a:cubicBezTo>
                  <a:pt x="-35559" y="525690"/>
                  <a:pt x="1778" y="268688"/>
                  <a:pt x="0" y="0"/>
                </a:cubicBezTo>
                <a:close/>
              </a:path>
            </a:pathLst>
          </a:custGeom>
          <a:solidFill>
            <a:schemeClr val="bg1"/>
          </a:solidFill>
          <a:ln w="57150">
            <a:solidFill>
              <a:srgbClr val="E92A7D"/>
            </a:solidFill>
            <a:prstDash val="solid"/>
            <a:extLst>
              <a:ext uri="{C807C97D-BFC1-408E-A445-0C87EB9F89A2}">
                <ask:lineSketchStyleProps xmlns:ask="http://schemas.microsoft.com/office/drawing/2018/sketchyshapes" sd="4222757554">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graph&#10;&#10;AI-generated content may be incorrect.">
            <a:extLst>
              <a:ext uri="{FF2B5EF4-FFF2-40B4-BE49-F238E27FC236}">
                <a16:creationId xmlns:a16="http://schemas.microsoft.com/office/drawing/2014/main" id="{8208CB6C-91A5-DE71-37AE-BA1AA4E818E0}"/>
              </a:ext>
            </a:extLst>
          </p:cNvPr>
          <p:cNvPicPr>
            <a:picLocks noChangeAspect="1"/>
          </p:cNvPicPr>
          <p:nvPr/>
        </p:nvPicPr>
        <p:blipFill>
          <a:blip r:embed="rId2"/>
          <a:srcRect t="50678" r="50104" b="-509"/>
          <a:stretch>
            <a:fillRect/>
          </a:stretch>
        </p:blipFill>
        <p:spPr>
          <a:xfrm>
            <a:off x="6414254" y="100638"/>
            <a:ext cx="5605199" cy="3324724"/>
          </a:xfrm>
          <a:prstGeom prst="rect">
            <a:avLst/>
          </a:prstGeom>
        </p:spPr>
      </p:pic>
      <p:pic>
        <p:nvPicPr>
          <p:cNvPr id="46" name="Picture 45" descr="A screenshot of a graph&#10;&#10;AI-generated content may be incorrect.">
            <a:extLst>
              <a:ext uri="{FF2B5EF4-FFF2-40B4-BE49-F238E27FC236}">
                <a16:creationId xmlns:a16="http://schemas.microsoft.com/office/drawing/2014/main" id="{8930C99A-2D36-6DEA-2A33-73E1CDD5F26D}"/>
              </a:ext>
            </a:extLst>
          </p:cNvPr>
          <p:cNvPicPr>
            <a:picLocks noChangeAspect="1"/>
          </p:cNvPicPr>
          <p:nvPr/>
        </p:nvPicPr>
        <p:blipFill>
          <a:blip r:embed="rId2"/>
          <a:srcRect l="49693" t="51458" r="577" b="-848"/>
          <a:stretch>
            <a:fillRect/>
          </a:stretch>
        </p:blipFill>
        <p:spPr>
          <a:xfrm>
            <a:off x="6407932" y="3315788"/>
            <a:ext cx="5610109" cy="3440187"/>
          </a:xfrm>
          <a:prstGeom prst="rect">
            <a:avLst/>
          </a:prstGeom>
        </p:spPr>
      </p:pic>
      <p:grpSp>
        <p:nvGrpSpPr>
          <p:cNvPr id="27" name="Group 26">
            <a:extLst>
              <a:ext uri="{FF2B5EF4-FFF2-40B4-BE49-F238E27FC236}">
                <a16:creationId xmlns:a16="http://schemas.microsoft.com/office/drawing/2014/main" id="{DE0C0E3A-6440-857B-DF5F-702E6075912D}"/>
              </a:ext>
            </a:extLst>
          </p:cNvPr>
          <p:cNvGrpSpPr/>
          <p:nvPr/>
        </p:nvGrpSpPr>
        <p:grpSpPr>
          <a:xfrm>
            <a:off x="-884976" y="-775796"/>
            <a:ext cx="13973642" cy="8408708"/>
            <a:chOff x="-798712" y="-545758"/>
            <a:chExt cx="13786734" cy="8193047"/>
          </a:xfrm>
        </p:grpSpPr>
        <p:pic>
          <p:nvPicPr>
            <p:cNvPr id="15" name="Picture 14" descr="A white lace with flowers on it&#10;&#10;AI-generated content may be incorrect.">
              <a:extLst>
                <a:ext uri="{FF2B5EF4-FFF2-40B4-BE49-F238E27FC236}">
                  <a16:creationId xmlns:a16="http://schemas.microsoft.com/office/drawing/2014/main" id="{F5B9569B-3F0C-92D1-028C-FBE3DEC14F7B}"/>
                </a:ext>
              </a:extLst>
            </p:cNvPr>
            <p:cNvPicPr>
              <a:picLocks noChangeAspect="1"/>
            </p:cNvPicPr>
            <p:nvPr/>
          </p:nvPicPr>
          <p:blipFill>
            <a:blip r:embed="rId3"/>
            <a:stretch>
              <a:fillRect/>
            </a:stretch>
          </p:blipFill>
          <p:spPr>
            <a:xfrm rot="5400000" flipH="1">
              <a:off x="10357290" y="4372596"/>
              <a:ext cx="3666732" cy="1594733"/>
            </a:xfrm>
            <a:prstGeom prst="rect">
              <a:avLst/>
            </a:prstGeom>
          </p:spPr>
        </p:pic>
        <p:pic>
          <p:nvPicPr>
            <p:cNvPr id="16" name="Picture 15" descr="A white lace with flowers on it&#10;&#10;AI-generated content may be incorrect.">
              <a:extLst>
                <a:ext uri="{FF2B5EF4-FFF2-40B4-BE49-F238E27FC236}">
                  <a16:creationId xmlns:a16="http://schemas.microsoft.com/office/drawing/2014/main" id="{462ED787-4D43-F7B4-CC63-E11BE48995D4}"/>
                </a:ext>
              </a:extLst>
            </p:cNvPr>
            <p:cNvPicPr>
              <a:picLocks noChangeAspect="1"/>
            </p:cNvPicPr>
            <p:nvPr/>
          </p:nvPicPr>
          <p:blipFill>
            <a:blip r:embed="rId3"/>
            <a:stretch>
              <a:fillRect/>
            </a:stretch>
          </p:blipFill>
          <p:spPr>
            <a:xfrm rot="5400000">
              <a:off x="10357290" y="906917"/>
              <a:ext cx="3666732" cy="1594733"/>
            </a:xfrm>
            <a:prstGeom prst="rect">
              <a:avLst/>
            </a:prstGeom>
          </p:spPr>
        </p:pic>
        <p:pic>
          <p:nvPicPr>
            <p:cNvPr id="17" name="Picture 16" descr="A white lace with flowers on it&#10;&#10;AI-generated content may be incorrect.">
              <a:extLst>
                <a:ext uri="{FF2B5EF4-FFF2-40B4-BE49-F238E27FC236}">
                  <a16:creationId xmlns:a16="http://schemas.microsoft.com/office/drawing/2014/main" id="{7C9AD89F-E856-2C29-9478-BF2A2E88EF82}"/>
                </a:ext>
              </a:extLst>
            </p:cNvPr>
            <p:cNvPicPr>
              <a:picLocks noChangeAspect="1"/>
            </p:cNvPicPr>
            <p:nvPr/>
          </p:nvPicPr>
          <p:blipFill>
            <a:blip r:embed="rId3"/>
            <a:stretch>
              <a:fillRect/>
            </a:stretch>
          </p:blipFill>
          <p:spPr>
            <a:xfrm flipV="1">
              <a:off x="2909917" y="6177049"/>
              <a:ext cx="3210828" cy="1465569"/>
            </a:xfrm>
            <a:prstGeom prst="rect">
              <a:avLst/>
            </a:prstGeom>
          </p:spPr>
        </p:pic>
        <p:pic>
          <p:nvPicPr>
            <p:cNvPr id="18" name="Picture 17" descr="A white lace with flowers on it&#10;&#10;AI-generated content may be incorrect.">
              <a:extLst>
                <a:ext uri="{FF2B5EF4-FFF2-40B4-BE49-F238E27FC236}">
                  <a16:creationId xmlns:a16="http://schemas.microsoft.com/office/drawing/2014/main" id="{F1544C4B-8A28-03AF-35F6-F288B2D99AEE}"/>
                </a:ext>
              </a:extLst>
            </p:cNvPr>
            <p:cNvPicPr>
              <a:picLocks noChangeAspect="1"/>
            </p:cNvPicPr>
            <p:nvPr/>
          </p:nvPicPr>
          <p:blipFill>
            <a:blip r:embed="rId3"/>
            <a:stretch>
              <a:fillRect/>
            </a:stretch>
          </p:blipFill>
          <p:spPr>
            <a:xfrm flipH="1" flipV="1">
              <a:off x="5976976" y="6177049"/>
              <a:ext cx="3210828" cy="1465569"/>
            </a:xfrm>
            <a:prstGeom prst="rect">
              <a:avLst/>
            </a:prstGeom>
          </p:spPr>
        </p:pic>
        <p:pic>
          <p:nvPicPr>
            <p:cNvPr id="19" name="Picture 18" descr="A white lace with flowers on it&#10;&#10;AI-generated content may be incorrect.">
              <a:extLst>
                <a:ext uri="{FF2B5EF4-FFF2-40B4-BE49-F238E27FC236}">
                  <a16:creationId xmlns:a16="http://schemas.microsoft.com/office/drawing/2014/main" id="{94200E53-FF53-B552-2F08-AE8AC66AAA17}"/>
                </a:ext>
              </a:extLst>
            </p:cNvPr>
            <p:cNvPicPr>
              <a:picLocks noChangeAspect="1"/>
            </p:cNvPicPr>
            <p:nvPr/>
          </p:nvPicPr>
          <p:blipFill>
            <a:blip r:embed="rId3"/>
            <a:stretch>
              <a:fillRect/>
            </a:stretch>
          </p:blipFill>
          <p:spPr>
            <a:xfrm flipH="1" flipV="1">
              <a:off x="-121624" y="6181719"/>
              <a:ext cx="3210828" cy="1465568"/>
            </a:xfrm>
            <a:prstGeom prst="rect">
              <a:avLst/>
            </a:prstGeom>
          </p:spPr>
        </p:pic>
        <p:pic>
          <p:nvPicPr>
            <p:cNvPr id="20" name="Picture 19" descr="A white lace with flowers on it&#10;&#10;AI-generated content may be incorrect.">
              <a:extLst>
                <a:ext uri="{FF2B5EF4-FFF2-40B4-BE49-F238E27FC236}">
                  <a16:creationId xmlns:a16="http://schemas.microsoft.com/office/drawing/2014/main" id="{76B257B1-3B4F-2753-4981-363F1AD22C4E}"/>
                </a:ext>
              </a:extLst>
            </p:cNvPr>
            <p:cNvPicPr>
              <a:picLocks noChangeAspect="1"/>
            </p:cNvPicPr>
            <p:nvPr/>
          </p:nvPicPr>
          <p:blipFill>
            <a:blip r:embed="rId3"/>
            <a:stretch>
              <a:fillRect/>
            </a:stretch>
          </p:blipFill>
          <p:spPr>
            <a:xfrm flipV="1">
              <a:off x="9077253" y="6181721"/>
              <a:ext cx="3210828" cy="1465568"/>
            </a:xfrm>
            <a:prstGeom prst="rect">
              <a:avLst/>
            </a:prstGeom>
          </p:spPr>
        </p:pic>
        <p:pic>
          <p:nvPicPr>
            <p:cNvPr id="21" name="Picture 20" descr="A white lace with flowers on it&#10;&#10;AI-generated content may be incorrect.">
              <a:extLst>
                <a:ext uri="{FF2B5EF4-FFF2-40B4-BE49-F238E27FC236}">
                  <a16:creationId xmlns:a16="http://schemas.microsoft.com/office/drawing/2014/main" id="{B65A9901-430A-CD85-5F53-526749D730B5}"/>
                </a:ext>
              </a:extLst>
            </p:cNvPr>
            <p:cNvPicPr>
              <a:picLocks noChangeAspect="1"/>
            </p:cNvPicPr>
            <p:nvPr/>
          </p:nvPicPr>
          <p:blipFill>
            <a:blip r:embed="rId3"/>
            <a:stretch>
              <a:fillRect/>
            </a:stretch>
          </p:blipFill>
          <p:spPr>
            <a:xfrm rot="16200000">
              <a:off x="-1834711" y="4372595"/>
              <a:ext cx="3666732" cy="1594733"/>
            </a:xfrm>
            <a:prstGeom prst="rect">
              <a:avLst/>
            </a:prstGeom>
          </p:spPr>
        </p:pic>
        <p:pic>
          <p:nvPicPr>
            <p:cNvPr id="22" name="Picture 21" descr="A white lace with flowers on it&#10;&#10;AI-generated content may be incorrect.">
              <a:extLst>
                <a:ext uri="{FF2B5EF4-FFF2-40B4-BE49-F238E27FC236}">
                  <a16:creationId xmlns:a16="http://schemas.microsoft.com/office/drawing/2014/main" id="{7465B219-7E13-523F-5C36-D040F2B589D0}"/>
                </a:ext>
              </a:extLst>
            </p:cNvPr>
            <p:cNvPicPr>
              <a:picLocks noChangeAspect="1"/>
            </p:cNvPicPr>
            <p:nvPr/>
          </p:nvPicPr>
          <p:blipFill>
            <a:blip r:embed="rId3"/>
            <a:stretch>
              <a:fillRect/>
            </a:stretch>
          </p:blipFill>
          <p:spPr>
            <a:xfrm rot="16200000" flipH="1">
              <a:off x="-1834711" y="906916"/>
              <a:ext cx="3666732" cy="1594733"/>
            </a:xfrm>
            <a:prstGeom prst="rect">
              <a:avLst/>
            </a:prstGeom>
          </p:spPr>
        </p:pic>
        <p:pic>
          <p:nvPicPr>
            <p:cNvPr id="23" name="Picture 22" descr="A white lace with flowers on it&#10;&#10;AI-generated content may be incorrect.">
              <a:extLst>
                <a:ext uri="{FF2B5EF4-FFF2-40B4-BE49-F238E27FC236}">
                  <a16:creationId xmlns:a16="http://schemas.microsoft.com/office/drawing/2014/main" id="{E1C808A7-5D12-9F4A-DBCC-3D479737CE50}"/>
                </a:ext>
              </a:extLst>
            </p:cNvPr>
            <p:cNvPicPr>
              <a:picLocks noChangeAspect="1"/>
            </p:cNvPicPr>
            <p:nvPr/>
          </p:nvPicPr>
          <p:blipFill>
            <a:blip r:embed="rId3"/>
            <a:stretch>
              <a:fillRect/>
            </a:stretch>
          </p:blipFill>
          <p:spPr>
            <a:xfrm>
              <a:off x="2922206" y="-541087"/>
              <a:ext cx="3210828" cy="1465569"/>
            </a:xfrm>
            <a:prstGeom prst="rect">
              <a:avLst/>
            </a:prstGeom>
          </p:spPr>
        </p:pic>
        <p:pic>
          <p:nvPicPr>
            <p:cNvPr id="24" name="Picture 23" descr="A white lace with flowers on it&#10;&#10;AI-generated content may be incorrect.">
              <a:extLst>
                <a:ext uri="{FF2B5EF4-FFF2-40B4-BE49-F238E27FC236}">
                  <a16:creationId xmlns:a16="http://schemas.microsoft.com/office/drawing/2014/main" id="{AB017E07-BD2E-529D-2054-D025317C6BE3}"/>
                </a:ext>
              </a:extLst>
            </p:cNvPr>
            <p:cNvPicPr>
              <a:picLocks noChangeAspect="1"/>
            </p:cNvPicPr>
            <p:nvPr/>
          </p:nvPicPr>
          <p:blipFill>
            <a:blip r:embed="rId3"/>
            <a:stretch>
              <a:fillRect/>
            </a:stretch>
          </p:blipFill>
          <p:spPr>
            <a:xfrm flipH="1">
              <a:off x="5989265" y="-541087"/>
              <a:ext cx="3210828" cy="1465569"/>
            </a:xfrm>
            <a:prstGeom prst="rect">
              <a:avLst/>
            </a:prstGeom>
          </p:spPr>
        </p:pic>
        <p:pic>
          <p:nvPicPr>
            <p:cNvPr id="25" name="Picture 24" descr="A white lace with flowers on it&#10;&#10;AI-generated content may be incorrect.">
              <a:extLst>
                <a:ext uri="{FF2B5EF4-FFF2-40B4-BE49-F238E27FC236}">
                  <a16:creationId xmlns:a16="http://schemas.microsoft.com/office/drawing/2014/main" id="{DB5DE0D8-AF65-0706-8281-2F68BFBB4DC5}"/>
                </a:ext>
              </a:extLst>
            </p:cNvPr>
            <p:cNvPicPr>
              <a:picLocks noChangeAspect="1"/>
            </p:cNvPicPr>
            <p:nvPr/>
          </p:nvPicPr>
          <p:blipFill>
            <a:blip r:embed="rId3"/>
            <a:stretch>
              <a:fillRect/>
            </a:stretch>
          </p:blipFill>
          <p:spPr>
            <a:xfrm flipH="1">
              <a:off x="-109335" y="-545756"/>
              <a:ext cx="3210828" cy="1465568"/>
            </a:xfrm>
            <a:prstGeom prst="rect">
              <a:avLst/>
            </a:prstGeom>
          </p:spPr>
        </p:pic>
        <p:pic>
          <p:nvPicPr>
            <p:cNvPr id="26" name="Picture 25" descr="A white lace with flowers on it&#10;&#10;AI-generated content may be incorrect.">
              <a:extLst>
                <a:ext uri="{FF2B5EF4-FFF2-40B4-BE49-F238E27FC236}">
                  <a16:creationId xmlns:a16="http://schemas.microsoft.com/office/drawing/2014/main" id="{7A282E1C-824B-B160-782E-2FE128C55EAF}"/>
                </a:ext>
              </a:extLst>
            </p:cNvPr>
            <p:cNvPicPr>
              <a:picLocks noChangeAspect="1"/>
            </p:cNvPicPr>
            <p:nvPr/>
          </p:nvPicPr>
          <p:blipFill>
            <a:blip r:embed="rId3"/>
            <a:stretch>
              <a:fillRect/>
            </a:stretch>
          </p:blipFill>
          <p:spPr>
            <a:xfrm>
              <a:off x="9089542" y="-545758"/>
              <a:ext cx="3210828" cy="1465568"/>
            </a:xfrm>
            <a:prstGeom prst="rect">
              <a:avLst/>
            </a:prstGeom>
          </p:spPr>
        </p:pic>
      </p:grpSp>
      <p:sp>
        <p:nvSpPr>
          <p:cNvPr id="5" name="Subtitle 8">
            <a:extLst>
              <a:ext uri="{FF2B5EF4-FFF2-40B4-BE49-F238E27FC236}">
                <a16:creationId xmlns:a16="http://schemas.microsoft.com/office/drawing/2014/main" id="{1DFCAF38-C8DC-880D-F3B2-03AFFB929DF6}"/>
              </a:ext>
            </a:extLst>
          </p:cNvPr>
          <p:cNvSpPr>
            <a:spLocks noGrp="1"/>
          </p:cNvSpPr>
          <p:nvPr>
            <p:ph type="subTitle" idx="1"/>
          </p:nvPr>
        </p:nvSpPr>
        <p:spPr>
          <a:xfrm>
            <a:off x="554212" y="1280724"/>
            <a:ext cx="5541155" cy="4855718"/>
          </a:xfrm>
        </p:spPr>
        <p:txBody>
          <a:bodyPr vert="horz" lIns="91440" tIns="45720" rIns="91440" bIns="45720" rtlCol="0" anchor="t">
            <a:noAutofit/>
          </a:bodyPr>
          <a:lstStyle/>
          <a:p>
            <a:pPr algn="just">
              <a:lnSpc>
                <a:spcPct val="100000"/>
              </a:lnSpc>
            </a:pPr>
            <a:r>
              <a:rPr lang="en-US" sz="1600" b="1">
                <a:latin typeface="Agency FB"/>
                <a:ea typeface="+mn-lt"/>
                <a:cs typeface="+mn-lt"/>
              </a:rPr>
              <a:t>Age: </a:t>
            </a:r>
            <a:r>
              <a:rPr lang="en-US" sz="1600">
                <a:latin typeface="Agency FB"/>
                <a:ea typeface="+mn-lt"/>
                <a:cs typeface="+mn-lt"/>
              </a:rPr>
              <a:t>Victoria’s Secret shoppers are more geographically concentrated than competitors, with a stronghold in Ontario ( VS 45.7% vs. Other 35.6% of other shoppers). In contrast, Quebec is underrepresented ( VS 15.5% vs. Other 28.0%). The brand performs relatively better in Manitoba ( VS 4.8% vs. Other 2.7%) and Saskatchewan ( VS 4.0% vs. Other 2.8%), while Alberta ( VS 11.4% vs. Other 10.1%) and British Columbia ( VS 14.3% vs. Other 13.4%) show more balanced shares.</a:t>
            </a:r>
            <a:endParaRPr lang="en-US" sz="1600">
              <a:latin typeface="Agency FB"/>
            </a:endParaRPr>
          </a:p>
          <a:p>
            <a:pPr algn="just">
              <a:lnSpc>
                <a:spcPct val="100000"/>
              </a:lnSpc>
            </a:pPr>
            <a:r>
              <a:rPr lang="en-US" sz="1600" b="1">
                <a:latin typeface="Agency FB"/>
                <a:ea typeface="+mn-lt"/>
                <a:cs typeface="+mn-lt"/>
              </a:rPr>
              <a:t>Province: </a:t>
            </a:r>
            <a:r>
              <a:rPr lang="en-US" sz="1600">
                <a:latin typeface="Agency FB"/>
                <a:ea typeface="+mn-lt"/>
                <a:cs typeface="+mn-lt"/>
              </a:rPr>
              <a:t>Demographically, Victoria’s Secret appeals to a younger audience, particularly those aged 18–24 ( VS 24.8% vs. Other 20.3%) and 25–34 ( VS 24.4% vs. Other 21.0%), while engagement drops with older consumers. Shoppers aged 50–64 ( VS 13.8% vs. Other 19.6%) and 65+ ( VS 7.6% vs. Other 9.7%) are less represented. Income distribution is mixed, with both lower- and higher-income consumers more likely to shop at Victoria’s Secret than mid-range earners.</a:t>
            </a:r>
            <a:endParaRPr lang="en-US" sz="1600">
              <a:latin typeface="Agency FB"/>
            </a:endParaRPr>
          </a:p>
          <a:p>
            <a:pPr algn="just">
              <a:lnSpc>
                <a:spcPct val="100000"/>
              </a:lnSpc>
            </a:pPr>
            <a:r>
              <a:rPr lang="en-US" sz="1600" b="1">
                <a:latin typeface="Agency FB"/>
                <a:ea typeface="+mn-lt"/>
                <a:cs typeface="+mn-lt"/>
              </a:rPr>
              <a:t>Minority Groups: </a:t>
            </a:r>
            <a:r>
              <a:rPr lang="en-US" sz="1600">
                <a:latin typeface="Agency FB"/>
                <a:ea typeface="+mn-lt"/>
                <a:cs typeface="+mn-lt"/>
              </a:rPr>
              <a:t>Minority and LGBTQ+ shoppers are also overrepresented, suggesting the brand resonates with diverse and inclusive audiences. South Asian customers have an index score of 212, indicating significant engagement. Intersectional groups such as gay or lesbian Indigenous shoppers aged 18–24 show extremely high representation ( VS index 400), highlighting the brand’s strong appeal among younger and diverse consumers who view Victoria’s Secret positively in terms of identity and inclusivity.</a:t>
            </a:r>
            <a:endParaRPr lang="en-US" sz="1600">
              <a:latin typeface="Agency FB"/>
            </a:endParaRPr>
          </a:p>
          <a:p>
            <a:pPr algn="just">
              <a:lnSpc>
                <a:spcPct val="100000"/>
              </a:lnSpc>
            </a:pPr>
            <a:br>
              <a:rPr lang="en-US" sz="1600">
                <a:latin typeface="Agency FB"/>
              </a:rPr>
            </a:br>
            <a:endParaRPr lang="en-US" sz="1600">
              <a:latin typeface="Agency FB"/>
            </a:endParaRPr>
          </a:p>
          <a:p>
            <a:pPr algn="just">
              <a:lnSpc>
                <a:spcPct val="100000"/>
              </a:lnSpc>
            </a:pPr>
            <a:endParaRPr lang="en-US" sz="1600">
              <a:latin typeface="Agency FB"/>
            </a:endParaRPr>
          </a:p>
          <a:p>
            <a:pPr algn="just">
              <a:lnSpc>
                <a:spcPct val="100000"/>
              </a:lnSpc>
            </a:pPr>
            <a:endParaRPr lang="en-US" sz="1600">
              <a:latin typeface="Agency FB"/>
            </a:endParaRPr>
          </a:p>
          <a:p>
            <a:pPr algn="just">
              <a:lnSpc>
                <a:spcPct val="100000"/>
              </a:lnSpc>
            </a:pPr>
            <a:endParaRPr lang="en-US" sz="1600">
              <a:latin typeface="Agency FB"/>
            </a:endParaRPr>
          </a:p>
          <a:p>
            <a:pPr algn="just">
              <a:lnSpc>
                <a:spcPct val="100000"/>
              </a:lnSpc>
            </a:pPr>
            <a:endParaRPr lang="en-US" sz="1600">
              <a:latin typeface="Agency FB"/>
            </a:endParaRPr>
          </a:p>
        </p:txBody>
      </p:sp>
      <p:sp>
        <p:nvSpPr>
          <p:cNvPr id="29" name="Title 6">
            <a:extLst>
              <a:ext uri="{FF2B5EF4-FFF2-40B4-BE49-F238E27FC236}">
                <a16:creationId xmlns:a16="http://schemas.microsoft.com/office/drawing/2014/main" id="{18CFF71B-CCCC-62E8-4CF5-0EE340F82CE6}"/>
              </a:ext>
            </a:extLst>
          </p:cNvPr>
          <p:cNvSpPr>
            <a:spLocks noGrp="1"/>
          </p:cNvSpPr>
          <p:nvPr>
            <p:ph type="ctrTitle"/>
          </p:nvPr>
        </p:nvSpPr>
        <p:spPr>
          <a:xfrm>
            <a:off x="411317" y="731160"/>
            <a:ext cx="5824684" cy="547995"/>
          </a:xfrm>
        </p:spPr>
        <p:txBody>
          <a:bodyPr>
            <a:normAutofit/>
          </a:bodyPr>
          <a:lstStyle/>
          <a:p>
            <a:r>
              <a:rPr lang="en-US" sz="2400" b="1">
                <a:latin typeface="Agency FB"/>
              </a:rPr>
              <a:t>Demographics Comparison</a:t>
            </a:r>
            <a:endParaRPr lang="en-US" sz="5400" err="1"/>
          </a:p>
        </p:txBody>
      </p:sp>
    </p:spTree>
    <p:extLst>
      <p:ext uri="{BB962C8B-B14F-4D97-AF65-F5344CB8AC3E}">
        <p14:creationId xmlns:p14="http://schemas.microsoft.com/office/powerpoint/2010/main" val="3300983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2A7D"/>
        </a:solidFill>
        <a:effectLst/>
      </p:bgPr>
    </p:bg>
    <p:spTree>
      <p:nvGrpSpPr>
        <p:cNvPr id="1" name="">
          <a:extLst>
            <a:ext uri="{FF2B5EF4-FFF2-40B4-BE49-F238E27FC236}">
              <a16:creationId xmlns:a16="http://schemas.microsoft.com/office/drawing/2014/main" id="{6FA53D37-4E28-66A1-9C39-6854F0B1151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D59C1B5-CCE8-7200-DFA5-5BC51EA045C0}"/>
              </a:ext>
            </a:extLst>
          </p:cNvPr>
          <p:cNvSpPr/>
          <p:nvPr/>
        </p:nvSpPr>
        <p:spPr>
          <a:xfrm>
            <a:off x="157166" y="96129"/>
            <a:ext cx="11930524" cy="6660450"/>
          </a:xfrm>
          <a:custGeom>
            <a:avLst/>
            <a:gdLst>
              <a:gd name="csX0" fmla="*/ 0 w 11930524"/>
              <a:gd name="csY0" fmla="*/ 0 h 6660450"/>
              <a:gd name="csX1" fmla="*/ 238610 w 11930524"/>
              <a:gd name="csY1" fmla="*/ 0 h 6660450"/>
              <a:gd name="csX2" fmla="*/ 954442 w 11930524"/>
              <a:gd name="csY2" fmla="*/ 0 h 6660450"/>
              <a:gd name="csX3" fmla="*/ 1550968 w 11930524"/>
              <a:gd name="csY3" fmla="*/ 0 h 6660450"/>
              <a:gd name="csX4" fmla="*/ 1908884 w 11930524"/>
              <a:gd name="csY4" fmla="*/ 0 h 6660450"/>
              <a:gd name="csX5" fmla="*/ 2624715 w 11930524"/>
              <a:gd name="csY5" fmla="*/ 0 h 6660450"/>
              <a:gd name="csX6" fmla="*/ 3221241 w 11930524"/>
              <a:gd name="csY6" fmla="*/ 0 h 6660450"/>
              <a:gd name="csX7" fmla="*/ 4056378 w 11930524"/>
              <a:gd name="csY7" fmla="*/ 0 h 6660450"/>
              <a:gd name="csX8" fmla="*/ 4414294 w 11930524"/>
              <a:gd name="csY8" fmla="*/ 0 h 6660450"/>
              <a:gd name="csX9" fmla="*/ 5010820 w 11930524"/>
              <a:gd name="csY9" fmla="*/ 0 h 6660450"/>
              <a:gd name="csX10" fmla="*/ 5249431 w 11930524"/>
              <a:gd name="csY10" fmla="*/ 0 h 6660450"/>
              <a:gd name="csX11" fmla="*/ 5965262 w 11930524"/>
              <a:gd name="csY11" fmla="*/ 0 h 6660450"/>
              <a:gd name="csX12" fmla="*/ 6323178 w 11930524"/>
              <a:gd name="csY12" fmla="*/ 0 h 6660450"/>
              <a:gd name="csX13" fmla="*/ 6919704 w 11930524"/>
              <a:gd name="csY13" fmla="*/ 0 h 6660450"/>
              <a:gd name="csX14" fmla="*/ 7158314 w 11930524"/>
              <a:gd name="csY14" fmla="*/ 0 h 6660450"/>
              <a:gd name="csX15" fmla="*/ 7874146 w 11930524"/>
              <a:gd name="csY15" fmla="*/ 0 h 6660450"/>
              <a:gd name="csX16" fmla="*/ 8709283 w 11930524"/>
              <a:gd name="csY16" fmla="*/ 0 h 6660450"/>
              <a:gd name="csX17" fmla="*/ 9186503 w 11930524"/>
              <a:gd name="csY17" fmla="*/ 0 h 6660450"/>
              <a:gd name="csX18" fmla="*/ 9902335 w 11930524"/>
              <a:gd name="csY18" fmla="*/ 0 h 6660450"/>
              <a:gd name="csX19" fmla="*/ 10737472 w 11930524"/>
              <a:gd name="csY19" fmla="*/ 0 h 6660450"/>
              <a:gd name="csX20" fmla="*/ 10976082 w 11930524"/>
              <a:gd name="csY20" fmla="*/ 0 h 6660450"/>
              <a:gd name="csX21" fmla="*/ 11333998 w 11930524"/>
              <a:gd name="csY21" fmla="*/ 0 h 6660450"/>
              <a:gd name="csX22" fmla="*/ 11930524 w 11930524"/>
              <a:gd name="csY22" fmla="*/ 0 h 6660450"/>
              <a:gd name="csX23" fmla="*/ 11930524 w 11930524"/>
              <a:gd name="csY23" fmla="*/ 688247 h 6660450"/>
              <a:gd name="csX24" fmla="*/ 11930524 w 11930524"/>
              <a:gd name="csY24" fmla="*/ 1110075 h 6660450"/>
              <a:gd name="csX25" fmla="*/ 11930524 w 11930524"/>
              <a:gd name="csY25" fmla="*/ 1531903 h 6660450"/>
              <a:gd name="csX26" fmla="*/ 11930524 w 11930524"/>
              <a:gd name="csY26" fmla="*/ 2086941 h 6660450"/>
              <a:gd name="csX27" fmla="*/ 11930524 w 11930524"/>
              <a:gd name="csY27" fmla="*/ 2708583 h 6660450"/>
              <a:gd name="csX28" fmla="*/ 11930524 w 11930524"/>
              <a:gd name="csY28" fmla="*/ 3063807 h 6660450"/>
              <a:gd name="csX29" fmla="*/ 11930524 w 11930524"/>
              <a:gd name="csY29" fmla="*/ 3618845 h 6660450"/>
              <a:gd name="csX30" fmla="*/ 11930524 w 11930524"/>
              <a:gd name="csY30" fmla="*/ 4040673 h 6660450"/>
              <a:gd name="csX31" fmla="*/ 11930524 w 11930524"/>
              <a:gd name="csY31" fmla="*/ 4662315 h 6660450"/>
              <a:gd name="csX32" fmla="*/ 11930524 w 11930524"/>
              <a:gd name="csY32" fmla="*/ 5017539 h 6660450"/>
              <a:gd name="csX33" fmla="*/ 11930524 w 11930524"/>
              <a:gd name="csY33" fmla="*/ 5639181 h 6660450"/>
              <a:gd name="csX34" fmla="*/ 11930524 w 11930524"/>
              <a:gd name="csY34" fmla="*/ 6660450 h 6660450"/>
              <a:gd name="csX35" fmla="*/ 11333998 w 11930524"/>
              <a:gd name="csY35" fmla="*/ 6660450 h 6660450"/>
              <a:gd name="csX36" fmla="*/ 10976082 w 11930524"/>
              <a:gd name="csY36" fmla="*/ 6660450 h 6660450"/>
              <a:gd name="csX37" fmla="*/ 10737472 w 11930524"/>
              <a:gd name="csY37" fmla="*/ 6660450 h 6660450"/>
              <a:gd name="csX38" fmla="*/ 10379556 w 11930524"/>
              <a:gd name="csY38" fmla="*/ 6660450 h 6660450"/>
              <a:gd name="csX39" fmla="*/ 9902335 w 11930524"/>
              <a:gd name="csY39" fmla="*/ 6660450 h 6660450"/>
              <a:gd name="csX40" fmla="*/ 9305809 w 11930524"/>
              <a:gd name="csY40" fmla="*/ 6660450 h 6660450"/>
              <a:gd name="csX41" fmla="*/ 8828588 w 11930524"/>
              <a:gd name="csY41" fmla="*/ 6660450 h 6660450"/>
              <a:gd name="csX42" fmla="*/ 8470672 w 11930524"/>
              <a:gd name="csY42" fmla="*/ 6660450 h 6660450"/>
              <a:gd name="csX43" fmla="*/ 8112756 w 11930524"/>
              <a:gd name="csY43" fmla="*/ 6660450 h 6660450"/>
              <a:gd name="csX44" fmla="*/ 7754841 w 11930524"/>
              <a:gd name="csY44" fmla="*/ 6660450 h 6660450"/>
              <a:gd name="csX45" fmla="*/ 7396925 w 11930524"/>
              <a:gd name="csY45" fmla="*/ 6660450 h 6660450"/>
              <a:gd name="csX46" fmla="*/ 6800399 w 11930524"/>
              <a:gd name="csY46" fmla="*/ 6660450 h 6660450"/>
              <a:gd name="csX47" fmla="*/ 6323178 w 11930524"/>
              <a:gd name="csY47" fmla="*/ 6660450 h 6660450"/>
              <a:gd name="csX48" fmla="*/ 5965262 w 11930524"/>
              <a:gd name="csY48" fmla="*/ 6660450 h 6660450"/>
              <a:gd name="csX49" fmla="*/ 5368736 w 11930524"/>
              <a:gd name="csY49" fmla="*/ 6660450 h 6660450"/>
              <a:gd name="csX50" fmla="*/ 4533599 w 11930524"/>
              <a:gd name="csY50" fmla="*/ 6660450 h 6660450"/>
              <a:gd name="csX51" fmla="*/ 4056378 w 11930524"/>
              <a:gd name="csY51" fmla="*/ 6660450 h 6660450"/>
              <a:gd name="csX52" fmla="*/ 3221241 w 11930524"/>
              <a:gd name="csY52" fmla="*/ 6660450 h 6660450"/>
              <a:gd name="csX53" fmla="*/ 2982631 w 11930524"/>
              <a:gd name="csY53" fmla="*/ 6660450 h 6660450"/>
              <a:gd name="csX54" fmla="*/ 2505410 w 11930524"/>
              <a:gd name="csY54" fmla="*/ 6660450 h 6660450"/>
              <a:gd name="csX55" fmla="*/ 1670273 w 11930524"/>
              <a:gd name="csY55" fmla="*/ 6660450 h 6660450"/>
              <a:gd name="csX56" fmla="*/ 1312358 w 11930524"/>
              <a:gd name="csY56" fmla="*/ 6660450 h 6660450"/>
              <a:gd name="csX57" fmla="*/ 835137 w 11930524"/>
              <a:gd name="csY57" fmla="*/ 6660450 h 6660450"/>
              <a:gd name="csX58" fmla="*/ 0 w 11930524"/>
              <a:gd name="csY58" fmla="*/ 6660450 h 6660450"/>
              <a:gd name="csX59" fmla="*/ 0 w 11930524"/>
              <a:gd name="csY59" fmla="*/ 5972204 h 6660450"/>
              <a:gd name="csX60" fmla="*/ 0 w 11930524"/>
              <a:gd name="csY60" fmla="*/ 5350562 h 6660450"/>
              <a:gd name="csX61" fmla="*/ 0 w 11930524"/>
              <a:gd name="csY61" fmla="*/ 4662315 h 6660450"/>
              <a:gd name="csX62" fmla="*/ 0 w 11930524"/>
              <a:gd name="csY62" fmla="*/ 4173882 h 6660450"/>
              <a:gd name="csX63" fmla="*/ 0 w 11930524"/>
              <a:gd name="csY63" fmla="*/ 3818658 h 6660450"/>
              <a:gd name="csX64" fmla="*/ 0 w 11930524"/>
              <a:gd name="csY64" fmla="*/ 3197016 h 6660450"/>
              <a:gd name="csX65" fmla="*/ 0 w 11930524"/>
              <a:gd name="csY65" fmla="*/ 2708583 h 6660450"/>
              <a:gd name="csX66" fmla="*/ 0 w 11930524"/>
              <a:gd name="csY66" fmla="*/ 2020336 h 6660450"/>
              <a:gd name="csX67" fmla="*/ 0 w 11930524"/>
              <a:gd name="csY67" fmla="*/ 1332090 h 6660450"/>
              <a:gd name="csX68" fmla="*/ 0 w 11930524"/>
              <a:gd name="csY68" fmla="*/ 910261 h 6660450"/>
              <a:gd name="csX69" fmla="*/ 0 w 11930524"/>
              <a:gd name="csY69" fmla="*/ 0 h 6660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11930524" h="6660450" fill="none" extrusionOk="0">
                <a:moveTo>
                  <a:pt x="0" y="0"/>
                </a:moveTo>
                <a:cubicBezTo>
                  <a:pt x="62230" y="-2714"/>
                  <a:pt x="186959" y="1838"/>
                  <a:pt x="238610" y="0"/>
                </a:cubicBezTo>
                <a:cubicBezTo>
                  <a:pt x="290261" y="-1838"/>
                  <a:pt x="795506" y="47664"/>
                  <a:pt x="954442" y="0"/>
                </a:cubicBezTo>
                <a:cubicBezTo>
                  <a:pt x="1113378" y="-47664"/>
                  <a:pt x="1382856" y="70457"/>
                  <a:pt x="1550968" y="0"/>
                </a:cubicBezTo>
                <a:cubicBezTo>
                  <a:pt x="1719080" y="-70457"/>
                  <a:pt x="1835019" y="29529"/>
                  <a:pt x="1908884" y="0"/>
                </a:cubicBezTo>
                <a:cubicBezTo>
                  <a:pt x="1982749" y="-29529"/>
                  <a:pt x="2358649" y="79217"/>
                  <a:pt x="2624715" y="0"/>
                </a:cubicBezTo>
                <a:cubicBezTo>
                  <a:pt x="2890781" y="-79217"/>
                  <a:pt x="2999238" y="10755"/>
                  <a:pt x="3221241" y="0"/>
                </a:cubicBezTo>
                <a:cubicBezTo>
                  <a:pt x="3443244" y="-10755"/>
                  <a:pt x="3659012" y="35700"/>
                  <a:pt x="4056378" y="0"/>
                </a:cubicBezTo>
                <a:cubicBezTo>
                  <a:pt x="4453744" y="-35700"/>
                  <a:pt x="4242504" y="11275"/>
                  <a:pt x="4414294" y="0"/>
                </a:cubicBezTo>
                <a:cubicBezTo>
                  <a:pt x="4586084" y="-11275"/>
                  <a:pt x="4827299" y="42709"/>
                  <a:pt x="5010820" y="0"/>
                </a:cubicBezTo>
                <a:cubicBezTo>
                  <a:pt x="5194341" y="-42709"/>
                  <a:pt x="5186855" y="24835"/>
                  <a:pt x="5249431" y="0"/>
                </a:cubicBezTo>
                <a:cubicBezTo>
                  <a:pt x="5312007" y="-24835"/>
                  <a:pt x="5780305" y="52102"/>
                  <a:pt x="5965262" y="0"/>
                </a:cubicBezTo>
                <a:cubicBezTo>
                  <a:pt x="6150219" y="-52102"/>
                  <a:pt x="6227107" y="10191"/>
                  <a:pt x="6323178" y="0"/>
                </a:cubicBezTo>
                <a:cubicBezTo>
                  <a:pt x="6419249" y="-10191"/>
                  <a:pt x="6657854" y="34505"/>
                  <a:pt x="6919704" y="0"/>
                </a:cubicBezTo>
                <a:cubicBezTo>
                  <a:pt x="7181554" y="-34505"/>
                  <a:pt x="7072921" y="19239"/>
                  <a:pt x="7158314" y="0"/>
                </a:cubicBezTo>
                <a:cubicBezTo>
                  <a:pt x="7243707" y="-19239"/>
                  <a:pt x="7665718" y="18610"/>
                  <a:pt x="7874146" y="0"/>
                </a:cubicBezTo>
                <a:cubicBezTo>
                  <a:pt x="8082574" y="-18610"/>
                  <a:pt x="8495222" y="34915"/>
                  <a:pt x="8709283" y="0"/>
                </a:cubicBezTo>
                <a:cubicBezTo>
                  <a:pt x="8923344" y="-34915"/>
                  <a:pt x="9005339" y="14819"/>
                  <a:pt x="9186503" y="0"/>
                </a:cubicBezTo>
                <a:cubicBezTo>
                  <a:pt x="9367667" y="-14819"/>
                  <a:pt x="9682485" y="79461"/>
                  <a:pt x="9902335" y="0"/>
                </a:cubicBezTo>
                <a:cubicBezTo>
                  <a:pt x="10122185" y="-79461"/>
                  <a:pt x="10471659" y="14074"/>
                  <a:pt x="10737472" y="0"/>
                </a:cubicBezTo>
                <a:cubicBezTo>
                  <a:pt x="11003285" y="-14074"/>
                  <a:pt x="10892665" y="28501"/>
                  <a:pt x="10976082" y="0"/>
                </a:cubicBezTo>
                <a:cubicBezTo>
                  <a:pt x="11059499" y="-28501"/>
                  <a:pt x="11251388" y="15998"/>
                  <a:pt x="11333998" y="0"/>
                </a:cubicBezTo>
                <a:cubicBezTo>
                  <a:pt x="11416608" y="-15998"/>
                  <a:pt x="11673513" y="46473"/>
                  <a:pt x="11930524" y="0"/>
                </a:cubicBezTo>
                <a:cubicBezTo>
                  <a:pt x="11938139" y="241295"/>
                  <a:pt x="11915154" y="357134"/>
                  <a:pt x="11930524" y="688247"/>
                </a:cubicBezTo>
                <a:cubicBezTo>
                  <a:pt x="11945894" y="1019360"/>
                  <a:pt x="11888903" y="922734"/>
                  <a:pt x="11930524" y="1110075"/>
                </a:cubicBezTo>
                <a:cubicBezTo>
                  <a:pt x="11972145" y="1297416"/>
                  <a:pt x="11917945" y="1342225"/>
                  <a:pt x="11930524" y="1531903"/>
                </a:cubicBezTo>
                <a:cubicBezTo>
                  <a:pt x="11943103" y="1721581"/>
                  <a:pt x="11886261" y="1887006"/>
                  <a:pt x="11930524" y="2086941"/>
                </a:cubicBezTo>
                <a:cubicBezTo>
                  <a:pt x="11974787" y="2286876"/>
                  <a:pt x="11894857" y="2460977"/>
                  <a:pt x="11930524" y="2708583"/>
                </a:cubicBezTo>
                <a:cubicBezTo>
                  <a:pt x="11966191" y="2956189"/>
                  <a:pt x="11917335" y="2915791"/>
                  <a:pt x="11930524" y="3063807"/>
                </a:cubicBezTo>
                <a:cubicBezTo>
                  <a:pt x="11943713" y="3211823"/>
                  <a:pt x="11877726" y="3389685"/>
                  <a:pt x="11930524" y="3618845"/>
                </a:cubicBezTo>
                <a:cubicBezTo>
                  <a:pt x="11983322" y="3848005"/>
                  <a:pt x="11901816" y="3954627"/>
                  <a:pt x="11930524" y="4040673"/>
                </a:cubicBezTo>
                <a:cubicBezTo>
                  <a:pt x="11959232" y="4126719"/>
                  <a:pt x="11919225" y="4416948"/>
                  <a:pt x="11930524" y="4662315"/>
                </a:cubicBezTo>
                <a:cubicBezTo>
                  <a:pt x="11941823" y="4907682"/>
                  <a:pt x="11903655" y="4933760"/>
                  <a:pt x="11930524" y="5017539"/>
                </a:cubicBezTo>
                <a:cubicBezTo>
                  <a:pt x="11957393" y="5101318"/>
                  <a:pt x="11894343" y="5465285"/>
                  <a:pt x="11930524" y="5639181"/>
                </a:cubicBezTo>
                <a:cubicBezTo>
                  <a:pt x="11966705" y="5813077"/>
                  <a:pt x="11815264" y="6204358"/>
                  <a:pt x="11930524" y="6660450"/>
                </a:cubicBezTo>
                <a:cubicBezTo>
                  <a:pt x="11669076" y="6672328"/>
                  <a:pt x="11575976" y="6637205"/>
                  <a:pt x="11333998" y="6660450"/>
                </a:cubicBezTo>
                <a:cubicBezTo>
                  <a:pt x="11092020" y="6683695"/>
                  <a:pt x="11090021" y="6637286"/>
                  <a:pt x="10976082" y="6660450"/>
                </a:cubicBezTo>
                <a:cubicBezTo>
                  <a:pt x="10862143" y="6683614"/>
                  <a:pt x="10844614" y="6655936"/>
                  <a:pt x="10737472" y="6660450"/>
                </a:cubicBezTo>
                <a:cubicBezTo>
                  <a:pt x="10630330" y="6664964"/>
                  <a:pt x="10460729" y="6624048"/>
                  <a:pt x="10379556" y="6660450"/>
                </a:cubicBezTo>
                <a:cubicBezTo>
                  <a:pt x="10298383" y="6696852"/>
                  <a:pt x="10044772" y="6646859"/>
                  <a:pt x="9902335" y="6660450"/>
                </a:cubicBezTo>
                <a:cubicBezTo>
                  <a:pt x="9759898" y="6674041"/>
                  <a:pt x="9499972" y="6644435"/>
                  <a:pt x="9305809" y="6660450"/>
                </a:cubicBezTo>
                <a:cubicBezTo>
                  <a:pt x="9111646" y="6676465"/>
                  <a:pt x="9046903" y="6646001"/>
                  <a:pt x="8828588" y="6660450"/>
                </a:cubicBezTo>
                <a:cubicBezTo>
                  <a:pt x="8610273" y="6674899"/>
                  <a:pt x="8581396" y="6643494"/>
                  <a:pt x="8470672" y="6660450"/>
                </a:cubicBezTo>
                <a:cubicBezTo>
                  <a:pt x="8359948" y="6677406"/>
                  <a:pt x="8223967" y="6629264"/>
                  <a:pt x="8112756" y="6660450"/>
                </a:cubicBezTo>
                <a:cubicBezTo>
                  <a:pt x="8001545" y="6691636"/>
                  <a:pt x="7895858" y="6642230"/>
                  <a:pt x="7754841" y="6660450"/>
                </a:cubicBezTo>
                <a:cubicBezTo>
                  <a:pt x="7613824" y="6678670"/>
                  <a:pt x="7547942" y="6621982"/>
                  <a:pt x="7396925" y="6660450"/>
                </a:cubicBezTo>
                <a:cubicBezTo>
                  <a:pt x="7245908" y="6698918"/>
                  <a:pt x="6943174" y="6620413"/>
                  <a:pt x="6800399" y="6660450"/>
                </a:cubicBezTo>
                <a:cubicBezTo>
                  <a:pt x="6657624" y="6700487"/>
                  <a:pt x="6459969" y="6617805"/>
                  <a:pt x="6323178" y="6660450"/>
                </a:cubicBezTo>
                <a:cubicBezTo>
                  <a:pt x="6186387" y="6703095"/>
                  <a:pt x="6060151" y="6619298"/>
                  <a:pt x="5965262" y="6660450"/>
                </a:cubicBezTo>
                <a:cubicBezTo>
                  <a:pt x="5870373" y="6701602"/>
                  <a:pt x="5639063" y="6608894"/>
                  <a:pt x="5368736" y="6660450"/>
                </a:cubicBezTo>
                <a:cubicBezTo>
                  <a:pt x="5098409" y="6712006"/>
                  <a:pt x="4786331" y="6580448"/>
                  <a:pt x="4533599" y="6660450"/>
                </a:cubicBezTo>
                <a:cubicBezTo>
                  <a:pt x="4280867" y="6740452"/>
                  <a:pt x="4244839" y="6621174"/>
                  <a:pt x="4056378" y="6660450"/>
                </a:cubicBezTo>
                <a:cubicBezTo>
                  <a:pt x="3867917" y="6699726"/>
                  <a:pt x="3414691" y="6657325"/>
                  <a:pt x="3221241" y="6660450"/>
                </a:cubicBezTo>
                <a:cubicBezTo>
                  <a:pt x="3027791" y="6663575"/>
                  <a:pt x="3089779" y="6651037"/>
                  <a:pt x="2982631" y="6660450"/>
                </a:cubicBezTo>
                <a:cubicBezTo>
                  <a:pt x="2875483" y="6669863"/>
                  <a:pt x="2658849" y="6617467"/>
                  <a:pt x="2505410" y="6660450"/>
                </a:cubicBezTo>
                <a:cubicBezTo>
                  <a:pt x="2351971" y="6703433"/>
                  <a:pt x="1851629" y="6571980"/>
                  <a:pt x="1670273" y="6660450"/>
                </a:cubicBezTo>
                <a:cubicBezTo>
                  <a:pt x="1488917" y="6748920"/>
                  <a:pt x="1427973" y="6629988"/>
                  <a:pt x="1312358" y="6660450"/>
                </a:cubicBezTo>
                <a:cubicBezTo>
                  <a:pt x="1196743" y="6690912"/>
                  <a:pt x="957150" y="6635535"/>
                  <a:pt x="835137" y="6660450"/>
                </a:cubicBezTo>
                <a:cubicBezTo>
                  <a:pt x="713124" y="6685365"/>
                  <a:pt x="289297" y="6629143"/>
                  <a:pt x="0" y="6660450"/>
                </a:cubicBezTo>
                <a:cubicBezTo>
                  <a:pt x="-19094" y="6390836"/>
                  <a:pt x="14575" y="6164295"/>
                  <a:pt x="0" y="5972204"/>
                </a:cubicBezTo>
                <a:cubicBezTo>
                  <a:pt x="-14575" y="5780113"/>
                  <a:pt x="16360" y="5499515"/>
                  <a:pt x="0" y="5350562"/>
                </a:cubicBezTo>
                <a:cubicBezTo>
                  <a:pt x="-16360" y="5201609"/>
                  <a:pt x="50016" y="4988808"/>
                  <a:pt x="0" y="4662315"/>
                </a:cubicBezTo>
                <a:cubicBezTo>
                  <a:pt x="-50016" y="4335822"/>
                  <a:pt x="18414" y="4335343"/>
                  <a:pt x="0" y="4173882"/>
                </a:cubicBezTo>
                <a:cubicBezTo>
                  <a:pt x="-18414" y="4012421"/>
                  <a:pt x="39140" y="3985528"/>
                  <a:pt x="0" y="3818658"/>
                </a:cubicBezTo>
                <a:cubicBezTo>
                  <a:pt x="-39140" y="3651788"/>
                  <a:pt x="13794" y="3455383"/>
                  <a:pt x="0" y="3197016"/>
                </a:cubicBezTo>
                <a:cubicBezTo>
                  <a:pt x="-13794" y="2938649"/>
                  <a:pt x="10850" y="2887330"/>
                  <a:pt x="0" y="2708583"/>
                </a:cubicBezTo>
                <a:cubicBezTo>
                  <a:pt x="-10850" y="2529836"/>
                  <a:pt x="74738" y="2185518"/>
                  <a:pt x="0" y="2020336"/>
                </a:cubicBezTo>
                <a:cubicBezTo>
                  <a:pt x="-74738" y="1855154"/>
                  <a:pt x="79909" y="1640364"/>
                  <a:pt x="0" y="1332090"/>
                </a:cubicBezTo>
                <a:cubicBezTo>
                  <a:pt x="-79909" y="1023816"/>
                  <a:pt x="38789" y="1103225"/>
                  <a:pt x="0" y="910261"/>
                </a:cubicBezTo>
                <a:cubicBezTo>
                  <a:pt x="-38789" y="717297"/>
                  <a:pt x="46932" y="279248"/>
                  <a:pt x="0" y="0"/>
                </a:cubicBezTo>
                <a:close/>
              </a:path>
              <a:path w="11930524" h="6660450" stroke="0" extrusionOk="0">
                <a:moveTo>
                  <a:pt x="0" y="0"/>
                </a:moveTo>
                <a:cubicBezTo>
                  <a:pt x="90751" y="-35142"/>
                  <a:pt x="190740" y="31018"/>
                  <a:pt x="357916" y="0"/>
                </a:cubicBezTo>
                <a:cubicBezTo>
                  <a:pt x="525092" y="-31018"/>
                  <a:pt x="733870" y="27548"/>
                  <a:pt x="1073747" y="0"/>
                </a:cubicBezTo>
                <a:cubicBezTo>
                  <a:pt x="1413624" y="-27548"/>
                  <a:pt x="1451202" y="24219"/>
                  <a:pt x="1550968" y="0"/>
                </a:cubicBezTo>
                <a:cubicBezTo>
                  <a:pt x="1650734" y="-24219"/>
                  <a:pt x="2014136" y="31376"/>
                  <a:pt x="2266800" y="0"/>
                </a:cubicBezTo>
                <a:cubicBezTo>
                  <a:pt x="2519464" y="-31376"/>
                  <a:pt x="2448122" y="16237"/>
                  <a:pt x="2624715" y="0"/>
                </a:cubicBezTo>
                <a:cubicBezTo>
                  <a:pt x="2801309" y="-16237"/>
                  <a:pt x="3093548" y="69329"/>
                  <a:pt x="3221241" y="0"/>
                </a:cubicBezTo>
                <a:cubicBezTo>
                  <a:pt x="3348934" y="-69329"/>
                  <a:pt x="3485953" y="27662"/>
                  <a:pt x="3579157" y="0"/>
                </a:cubicBezTo>
                <a:cubicBezTo>
                  <a:pt x="3672361" y="-27662"/>
                  <a:pt x="3829445" y="16838"/>
                  <a:pt x="4056378" y="0"/>
                </a:cubicBezTo>
                <a:cubicBezTo>
                  <a:pt x="4283311" y="-16838"/>
                  <a:pt x="4474768" y="10448"/>
                  <a:pt x="4652904" y="0"/>
                </a:cubicBezTo>
                <a:cubicBezTo>
                  <a:pt x="4831040" y="-10448"/>
                  <a:pt x="4802864" y="20556"/>
                  <a:pt x="4891515" y="0"/>
                </a:cubicBezTo>
                <a:cubicBezTo>
                  <a:pt x="4980166" y="-20556"/>
                  <a:pt x="5361658" y="7985"/>
                  <a:pt x="5488041" y="0"/>
                </a:cubicBezTo>
                <a:cubicBezTo>
                  <a:pt x="5614424" y="-7985"/>
                  <a:pt x="5658779" y="27973"/>
                  <a:pt x="5726652" y="0"/>
                </a:cubicBezTo>
                <a:cubicBezTo>
                  <a:pt x="5794525" y="-27973"/>
                  <a:pt x="6018206" y="17541"/>
                  <a:pt x="6203872" y="0"/>
                </a:cubicBezTo>
                <a:cubicBezTo>
                  <a:pt x="6389538" y="-17541"/>
                  <a:pt x="6428811" y="26719"/>
                  <a:pt x="6561788" y="0"/>
                </a:cubicBezTo>
                <a:cubicBezTo>
                  <a:pt x="6694765" y="-26719"/>
                  <a:pt x="7058644" y="68580"/>
                  <a:pt x="7396925" y="0"/>
                </a:cubicBezTo>
                <a:cubicBezTo>
                  <a:pt x="7735206" y="-68580"/>
                  <a:pt x="7816037" y="61723"/>
                  <a:pt x="8112756" y="0"/>
                </a:cubicBezTo>
                <a:cubicBezTo>
                  <a:pt x="8409475" y="-61723"/>
                  <a:pt x="8418317" y="68968"/>
                  <a:pt x="8709283" y="0"/>
                </a:cubicBezTo>
                <a:cubicBezTo>
                  <a:pt x="9000249" y="-68968"/>
                  <a:pt x="8879206" y="20252"/>
                  <a:pt x="8947893" y="0"/>
                </a:cubicBezTo>
                <a:cubicBezTo>
                  <a:pt x="9016580" y="-20252"/>
                  <a:pt x="9399409" y="4491"/>
                  <a:pt x="9663724" y="0"/>
                </a:cubicBezTo>
                <a:cubicBezTo>
                  <a:pt x="9928039" y="-4491"/>
                  <a:pt x="9905991" y="24264"/>
                  <a:pt x="10021640" y="0"/>
                </a:cubicBezTo>
                <a:cubicBezTo>
                  <a:pt x="10137289" y="-24264"/>
                  <a:pt x="10510883" y="36883"/>
                  <a:pt x="10737472" y="0"/>
                </a:cubicBezTo>
                <a:cubicBezTo>
                  <a:pt x="10964061" y="-36883"/>
                  <a:pt x="11681493" y="1507"/>
                  <a:pt x="11930524" y="0"/>
                </a:cubicBezTo>
                <a:cubicBezTo>
                  <a:pt x="11976354" y="242250"/>
                  <a:pt x="11855059" y="489895"/>
                  <a:pt x="11930524" y="688247"/>
                </a:cubicBezTo>
                <a:cubicBezTo>
                  <a:pt x="12005989" y="886599"/>
                  <a:pt x="11892292" y="1137201"/>
                  <a:pt x="11930524" y="1309889"/>
                </a:cubicBezTo>
                <a:cubicBezTo>
                  <a:pt x="11968756" y="1482577"/>
                  <a:pt x="11898610" y="1716369"/>
                  <a:pt x="11930524" y="1931530"/>
                </a:cubicBezTo>
                <a:cubicBezTo>
                  <a:pt x="11962438" y="2146691"/>
                  <a:pt x="11916794" y="2212587"/>
                  <a:pt x="11930524" y="2486568"/>
                </a:cubicBezTo>
                <a:cubicBezTo>
                  <a:pt x="11944254" y="2760549"/>
                  <a:pt x="11884940" y="2901280"/>
                  <a:pt x="11930524" y="3174814"/>
                </a:cubicBezTo>
                <a:cubicBezTo>
                  <a:pt x="11976108" y="3448348"/>
                  <a:pt x="11851724" y="3651569"/>
                  <a:pt x="11930524" y="3863061"/>
                </a:cubicBezTo>
                <a:cubicBezTo>
                  <a:pt x="12009324" y="4074553"/>
                  <a:pt x="11924375" y="4229958"/>
                  <a:pt x="11930524" y="4351494"/>
                </a:cubicBezTo>
                <a:cubicBezTo>
                  <a:pt x="11936673" y="4473030"/>
                  <a:pt x="11910539" y="4566919"/>
                  <a:pt x="11930524" y="4706718"/>
                </a:cubicBezTo>
                <a:cubicBezTo>
                  <a:pt x="11950509" y="4846517"/>
                  <a:pt x="11921731" y="5033060"/>
                  <a:pt x="11930524" y="5128547"/>
                </a:cubicBezTo>
                <a:cubicBezTo>
                  <a:pt x="11939317" y="5224034"/>
                  <a:pt x="11908853" y="5495897"/>
                  <a:pt x="11930524" y="5616980"/>
                </a:cubicBezTo>
                <a:cubicBezTo>
                  <a:pt x="11952195" y="5738063"/>
                  <a:pt x="11908524" y="5817348"/>
                  <a:pt x="11930524" y="5972204"/>
                </a:cubicBezTo>
                <a:cubicBezTo>
                  <a:pt x="11952524" y="6127060"/>
                  <a:pt x="11876159" y="6382459"/>
                  <a:pt x="11930524" y="6660450"/>
                </a:cubicBezTo>
                <a:cubicBezTo>
                  <a:pt x="11646531" y="6728458"/>
                  <a:pt x="11573019" y="6638744"/>
                  <a:pt x="11333998" y="6660450"/>
                </a:cubicBezTo>
                <a:cubicBezTo>
                  <a:pt x="11094977" y="6682156"/>
                  <a:pt x="10986897" y="6628426"/>
                  <a:pt x="10856777" y="6660450"/>
                </a:cubicBezTo>
                <a:cubicBezTo>
                  <a:pt x="10726657" y="6692474"/>
                  <a:pt x="10285440" y="6629014"/>
                  <a:pt x="10140945" y="6660450"/>
                </a:cubicBezTo>
                <a:cubicBezTo>
                  <a:pt x="9996450" y="6691886"/>
                  <a:pt x="9932736" y="6638152"/>
                  <a:pt x="9783030" y="6660450"/>
                </a:cubicBezTo>
                <a:cubicBezTo>
                  <a:pt x="9633325" y="6682748"/>
                  <a:pt x="9623623" y="6649408"/>
                  <a:pt x="9544419" y="6660450"/>
                </a:cubicBezTo>
                <a:cubicBezTo>
                  <a:pt x="9465215" y="6671492"/>
                  <a:pt x="9013838" y="6627051"/>
                  <a:pt x="8828588" y="6660450"/>
                </a:cubicBezTo>
                <a:cubicBezTo>
                  <a:pt x="8643338" y="6693849"/>
                  <a:pt x="8373806" y="6612184"/>
                  <a:pt x="8112756" y="6660450"/>
                </a:cubicBezTo>
                <a:cubicBezTo>
                  <a:pt x="7851706" y="6708716"/>
                  <a:pt x="7955362" y="6648866"/>
                  <a:pt x="7874146" y="6660450"/>
                </a:cubicBezTo>
                <a:cubicBezTo>
                  <a:pt x="7792930" y="6672034"/>
                  <a:pt x="7416748" y="6654390"/>
                  <a:pt x="7158314" y="6660450"/>
                </a:cubicBezTo>
                <a:cubicBezTo>
                  <a:pt x="6899880" y="6666510"/>
                  <a:pt x="6659838" y="6593491"/>
                  <a:pt x="6323178" y="6660450"/>
                </a:cubicBezTo>
                <a:cubicBezTo>
                  <a:pt x="5986518" y="6727409"/>
                  <a:pt x="6042266" y="6649697"/>
                  <a:pt x="5965262" y="6660450"/>
                </a:cubicBezTo>
                <a:cubicBezTo>
                  <a:pt x="5888258" y="6671203"/>
                  <a:pt x="5300610" y="6618616"/>
                  <a:pt x="5130125" y="6660450"/>
                </a:cubicBezTo>
                <a:cubicBezTo>
                  <a:pt x="4959640" y="6702284"/>
                  <a:pt x="4889608" y="6622810"/>
                  <a:pt x="4772210" y="6660450"/>
                </a:cubicBezTo>
                <a:cubicBezTo>
                  <a:pt x="4654813" y="6698090"/>
                  <a:pt x="4443973" y="6628879"/>
                  <a:pt x="4294989" y="6660450"/>
                </a:cubicBezTo>
                <a:cubicBezTo>
                  <a:pt x="4146005" y="6692021"/>
                  <a:pt x="3726451" y="6610284"/>
                  <a:pt x="3579157" y="6660450"/>
                </a:cubicBezTo>
                <a:cubicBezTo>
                  <a:pt x="3431863" y="6710616"/>
                  <a:pt x="3414662" y="6649957"/>
                  <a:pt x="3340547" y="6660450"/>
                </a:cubicBezTo>
                <a:cubicBezTo>
                  <a:pt x="3266432" y="6670943"/>
                  <a:pt x="3134987" y="6619640"/>
                  <a:pt x="2982631" y="6660450"/>
                </a:cubicBezTo>
                <a:cubicBezTo>
                  <a:pt x="2830275" y="6701260"/>
                  <a:pt x="2607003" y="6650543"/>
                  <a:pt x="2505410" y="6660450"/>
                </a:cubicBezTo>
                <a:cubicBezTo>
                  <a:pt x="2403817" y="6670357"/>
                  <a:pt x="2117883" y="6653972"/>
                  <a:pt x="1789579" y="6660450"/>
                </a:cubicBezTo>
                <a:cubicBezTo>
                  <a:pt x="1461275" y="6666928"/>
                  <a:pt x="1577649" y="6628837"/>
                  <a:pt x="1431663" y="6660450"/>
                </a:cubicBezTo>
                <a:cubicBezTo>
                  <a:pt x="1285677" y="6692063"/>
                  <a:pt x="1017855" y="6620709"/>
                  <a:pt x="715831" y="6660450"/>
                </a:cubicBezTo>
                <a:cubicBezTo>
                  <a:pt x="413807" y="6700191"/>
                  <a:pt x="336143" y="6616722"/>
                  <a:pt x="0" y="6660450"/>
                </a:cubicBezTo>
                <a:cubicBezTo>
                  <a:pt x="-31779" y="6540486"/>
                  <a:pt x="17105" y="6418052"/>
                  <a:pt x="0" y="6305226"/>
                </a:cubicBezTo>
                <a:cubicBezTo>
                  <a:pt x="-17105" y="6192400"/>
                  <a:pt x="59867" y="5974703"/>
                  <a:pt x="0" y="5683584"/>
                </a:cubicBezTo>
                <a:cubicBezTo>
                  <a:pt x="-59867" y="5392465"/>
                  <a:pt x="22324" y="5266616"/>
                  <a:pt x="0" y="5061942"/>
                </a:cubicBezTo>
                <a:cubicBezTo>
                  <a:pt x="-22324" y="4857268"/>
                  <a:pt x="21429" y="4719939"/>
                  <a:pt x="0" y="4573509"/>
                </a:cubicBezTo>
                <a:cubicBezTo>
                  <a:pt x="-21429" y="4427079"/>
                  <a:pt x="37144" y="4361365"/>
                  <a:pt x="0" y="4218285"/>
                </a:cubicBezTo>
                <a:cubicBezTo>
                  <a:pt x="-37144" y="4075205"/>
                  <a:pt x="16029" y="3789392"/>
                  <a:pt x="0" y="3663248"/>
                </a:cubicBezTo>
                <a:cubicBezTo>
                  <a:pt x="-16029" y="3537104"/>
                  <a:pt x="27796" y="3406716"/>
                  <a:pt x="0" y="3308024"/>
                </a:cubicBezTo>
                <a:cubicBezTo>
                  <a:pt x="-27796" y="3209332"/>
                  <a:pt x="43855" y="2880408"/>
                  <a:pt x="0" y="2686382"/>
                </a:cubicBezTo>
                <a:cubicBezTo>
                  <a:pt x="-43855" y="2492356"/>
                  <a:pt x="28873" y="2435490"/>
                  <a:pt x="0" y="2264553"/>
                </a:cubicBezTo>
                <a:cubicBezTo>
                  <a:pt x="-28873" y="2093616"/>
                  <a:pt x="362" y="1793297"/>
                  <a:pt x="0" y="1642911"/>
                </a:cubicBezTo>
                <a:cubicBezTo>
                  <a:pt x="-362" y="1492525"/>
                  <a:pt x="3416" y="1253606"/>
                  <a:pt x="0" y="954664"/>
                </a:cubicBezTo>
                <a:cubicBezTo>
                  <a:pt x="-3416" y="655722"/>
                  <a:pt x="35559" y="673190"/>
                  <a:pt x="0" y="599440"/>
                </a:cubicBezTo>
                <a:cubicBezTo>
                  <a:pt x="-35559" y="525690"/>
                  <a:pt x="1778" y="268688"/>
                  <a:pt x="0" y="0"/>
                </a:cubicBezTo>
                <a:close/>
              </a:path>
            </a:pathLst>
          </a:custGeom>
          <a:solidFill>
            <a:schemeClr val="bg1"/>
          </a:solidFill>
          <a:ln w="57150">
            <a:solidFill>
              <a:srgbClr val="E92A7D"/>
            </a:solidFill>
            <a:prstDash val="solid"/>
            <a:extLst>
              <a:ext uri="{C807C97D-BFC1-408E-A445-0C87EB9F89A2}">
                <ask:lineSketchStyleProps xmlns:ask="http://schemas.microsoft.com/office/drawing/2018/sketchyshapes" sd="4222757554">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3" name="Picture 2" descr="A screenshot of a graph&#10;&#10;AI-generated content may be incorrect.">
            <a:extLst>
              <a:ext uri="{FF2B5EF4-FFF2-40B4-BE49-F238E27FC236}">
                <a16:creationId xmlns:a16="http://schemas.microsoft.com/office/drawing/2014/main" id="{802D35EA-B7AA-0521-4181-87E9B9E34E18}"/>
              </a:ext>
            </a:extLst>
          </p:cNvPr>
          <p:cNvPicPr>
            <a:picLocks noChangeAspect="1"/>
          </p:cNvPicPr>
          <p:nvPr/>
        </p:nvPicPr>
        <p:blipFill>
          <a:blip r:embed="rId2"/>
          <a:srcRect l="50093" t="428" r="-146" b="51519"/>
          <a:stretch>
            <a:fillRect/>
          </a:stretch>
        </p:blipFill>
        <p:spPr>
          <a:xfrm>
            <a:off x="6387584" y="3416856"/>
            <a:ext cx="5694109" cy="3194807"/>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8DD750A9-6BEF-A196-4EB7-7B4DEEE8F77C}"/>
              </a:ext>
            </a:extLst>
          </p:cNvPr>
          <p:cNvPicPr>
            <a:picLocks noChangeAspect="1"/>
          </p:cNvPicPr>
          <p:nvPr/>
        </p:nvPicPr>
        <p:blipFill>
          <a:blip r:embed="rId2"/>
          <a:srcRect l="-23" t="-823" r="50002" b="50975"/>
          <a:stretch>
            <a:fillRect/>
          </a:stretch>
        </p:blipFill>
        <p:spPr>
          <a:xfrm>
            <a:off x="6391982" y="102028"/>
            <a:ext cx="5690596" cy="3314148"/>
          </a:xfrm>
          <a:prstGeom prst="rect">
            <a:avLst/>
          </a:prstGeom>
        </p:spPr>
      </p:pic>
      <p:grpSp>
        <p:nvGrpSpPr>
          <p:cNvPr id="27" name="Group 26">
            <a:extLst>
              <a:ext uri="{FF2B5EF4-FFF2-40B4-BE49-F238E27FC236}">
                <a16:creationId xmlns:a16="http://schemas.microsoft.com/office/drawing/2014/main" id="{28887060-61AC-47C8-4213-210488F41D1A}"/>
              </a:ext>
            </a:extLst>
          </p:cNvPr>
          <p:cNvGrpSpPr/>
          <p:nvPr/>
        </p:nvGrpSpPr>
        <p:grpSpPr>
          <a:xfrm>
            <a:off x="-884976" y="-775796"/>
            <a:ext cx="13973639" cy="8408707"/>
            <a:chOff x="-798712" y="-545758"/>
            <a:chExt cx="13786734" cy="8193047"/>
          </a:xfrm>
        </p:grpSpPr>
        <p:pic>
          <p:nvPicPr>
            <p:cNvPr id="15" name="Picture 14" descr="A white lace with flowers on it&#10;&#10;AI-generated content may be incorrect.">
              <a:extLst>
                <a:ext uri="{FF2B5EF4-FFF2-40B4-BE49-F238E27FC236}">
                  <a16:creationId xmlns:a16="http://schemas.microsoft.com/office/drawing/2014/main" id="{8B41439E-024E-2289-6DE4-CE93848FEACD}"/>
                </a:ext>
              </a:extLst>
            </p:cNvPr>
            <p:cNvPicPr>
              <a:picLocks noChangeAspect="1"/>
            </p:cNvPicPr>
            <p:nvPr/>
          </p:nvPicPr>
          <p:blipFill>
            <a:blip r:embed="rId3"/>
            <a:stretch>
              <a:fillRect/>
            </a:stretch>
          </p:blipFill>
          <p:spPr>
            <a:xfrm rot="5400000" flipH="1">
              <a:off x="10357290" y="4372596"/>
              <a:ext cx="3666732" cy="1594733"/>
            </a:xfrm>
            <a:prstGeom prst="rect">
              <a:avLst/>
            </a:prstGeom>
          </p:spPr>
        </p:pic>
        <p:pic>
          <p:nvPicPr>
            <p:cNvPr id="16" name="Picture 15" descr="A white lace with flowers on it&#10;&#10;AI-generated content may be incorrect.">
              <a:extLst>
                <a:ext uri="{FF2B5EF4-FFF2-40B4-BE49-F238E27FC236}">
                  <a16:creationId xmlns:a16="http://schemas.microsoft.com/office/drawing/2014/main" id="{7A1F0A63-9972-CABA-C2CD-FFD40B850CED}"/>
                </a:ext>
              </a:extLst>
            </p:cNvPr>
            <p:cNvPicPr>
              <a:picLocks noChangeAspect="1"/>
            </p:cNvPicPr>
            <p:nvPr/>
          </p:nvPicPr>
          <p:blipFill>
            <a:blip r:embed="rId3"/>
            <a:stretch>
              <a:fillRect/>
            </a:stretch>
          </p:blipFill>
          <p:spPr>
            <a:xfrm rot="5400000">
              <a:off x="10357290" y="906917"/>
              <a:ext cx="3666732" cy="1594733"/>
            </a:xfrm>
            <a:prstGeom prst="rect">
              <a:avLst/>
            </a:prstGeom>
          </p:spPr>
        </p:pic>
        <p:pic>
          <p:nvPicPr>
            <p:cNvPr id="17" name="Picture 16" descr="A white lace with flowers on it&#10;&#10;AI-generated content may be incorrect.">
              <a:extLst>
                <a:ext uri="{FF2B5EF4-FFF2-40B4-BE49-F238E27FC236}">
                  <a16:creationId xmlns:a16="http://schemas.microsoft.com/office/drawing/2014/main" id="{4CD4A731-C393-3030-8FA0-E47A1DED62F6}"/>
                </a:ext>
              </a:extLst>
            </p:cNvPr>
            <p:cNvPicPr>
              <a:picLocks noChangeAspect="1"/>
            </p:cNvPicPr>
            <p:nvPr/>
          </p:nvPicPr>
          <p:blipFill>
            <a:blip r:embed="rId3"/>
            <a:stretch>
              <a:fillRect/>
            </a:stretch>
          </p:blipFill>
          <p:spPr>
            <a:xfrm flipV="1">
              <a:off x="2909917" y="6177049"/>
              <a:ext cx="3210828" cy="1465569"/>
            </a:xfrm>
            <a:prstGeom prst="rect">
              <a:avLst/>
            </a:prstGeom>
          </p:spPr>
        </p:pic>
        <p:pic>
          <p:nvPicPr>
            <p:cNvPr id="18" name="Picture 17" descr="A white lace with flowers on it&#10;&#10;AI-generated content may be incorrect.">
              <a:extLst>
                <a:ext uri="{FF2B5EF4-FFF2-40B4-BE49-F238E27FC236}">
                  <a16:creationId xmlns:a16="http://schemas.microsoft.com/office/drawing/2014/main" id="{C3349F72-D957-DAED-F5B5-FCCBEB7E8C7E}"/>
                </a:ext>
              </a:extLst>
            </p:cNvPr>
            <p:cNvPicPr>
              <a:picLocks noChangeAspect="1"/>
            </p:cNvPicPr>
            <p:nvPr/>
          </p:nvPicPr>
          <p:blipFill>
            <a:blip r:embed="rId3"/>
            <a:stretch>
              <a:fillRect/>
            </a:stretch>
          </p:blipFill>
          <p:spPr>
            <a:xfrm flipH="1" flipV="1">
              <a:off x="5976976" y="6177049"/>
              <a:ext cx="3210828" cy="1465569"/>
            </a:xfrm>
            <a:prstGeom prst="rect">
              <a:avLst/>
            </a:prstGeom>
          </p:spPr>
        </p:pic>
        <p:pic>
          <p:nvPicPr>
            <p:cNvPr id="19" name="Picture 18" descr="A white lace with flowers on it&#10;&#10;AI-generated content may be incorrect.">
              <a:extLst>
                <a:ext uri="{FF2B5EF4-FFF2-40B4-BE49-F238E27FC236}">
                  <a16:creationId xmlns:a16="http://schemas.microsoft.com/office/drawing/2014/main" id="{D479984B-1B9F-4A5F-5942-3632B71DAC39}"/>
                </a:ext>
              </a:extLst>
            </p:cNvPr>
            <p:cNvPicPr>
              <a:picLocks noChangeAspect="1"/>
            </p:cNvPicPr>
            <p:nvPr/>
          </p:nvPicPr>
          <p:blipFill>
            <a:blip r:embed="rId3"/>
            <a:stretch>
              <a:fillRect/>
            </a:stretch>
          </p:blipFill>
          <p:spPr>
            <a:xfrm flipH="1" flipV="1">
              <a:off x="-121624" y="6181719"/>
              <a:ext cx="3210828" cy="1465568"/>
            </a:xfrm>
            <a:prstGeom prst="rect">
              <a:avLst/>
            </a:prstGeom>
          </p:spPr>
        </p:pic>
        <p:pic>
          <p:nvPicPr>
            <p:cNvPr id="20" name="Picture 19" descr="A white lace with flowers on it&#10;&#10;AI-generated content may be incorrect.">
              <a:extLst>
                <a:ext uri="{FF2B5EF4-FFF2-40B4-BE49-F238E27FC236}">
                  <a16:creationId xmlns:a16="http://schemas.microsoft.com/office/drawing/2014/main" id="{8909A009-0138-ED60-4C30-ED40F81BCC95}"/>
                </a:ext>
              </a:extLst>
            </p:cNvPr>
            <p:cNvPicPr>
              <a:picLocks noChangeAspect="1"/>
            </p:cNvPicPr>
            <p:nvPr/>
          </p:nvPicPr>
          <p:blipFill>
            <a:blip r:embed="rId3"/>
            <a:stretch>
              <a:fillRect/>
            </a:stretch>
          </p:blipFill>
          <p:spPr>
            <a:xfrm flipV="1">
              <a:off x="9077253" y="6181721"/>
              <a:ext cx="3210828" cy="1465568"/>
            </a:xfrm>
            <a:prstGeom prst="rect">
              <a:avLst/>
            </a:prstGeom>
          </p:spPr>
        </p:pic>
        <p:pic>
          <p:nvPicPr>
            <p:cNvPr id="21" name="Picture 20" descr="A white lace with flowers on it&#10;&#10;AI-generated content may be incorrect.">
              <a:extLst>
                <a:ext uri="{FF2B5EF4-FFF2-40B4-BE49-F238E27FC236}">
                  <a16:creationId xmlns:a16="http://schemas.microsoft.com/office/drawing/2014/main" id="{FF30C051-E090-A990-85C1-6878D0D57628}"/>
                </a:ext>
              </a:extLst>
            </p:cNvPr>
            <p:cNvPicPr>
              <a:picLocks noChangeAspect="1"/>
            </p:cNvPicPr>
            <p:nvPr/>
          </p:nvPicPr>
          <p:blipFill>
            <a:blip r:embed="rId3"/>
            <a:stretch>
              <a:fillRect/>
            </a:stretch>
          </p:blipFill>
          <p:spPr>
            <a:xfrm rot="16200000">
              <a:off x="-1834711" y="4372595"/>
              <a:ext cx="3666732" cy="1594733"/>
            </a:xfrm>
            <a:prstGeom prst="rect">
              <a:avLst/>
            </a:prstGeom>
          </p:spPr>
        </p:pic>
        <p:pic>
          <p:nvPicPr>
            <p:cNvPr id="22" name="Picture 21" descr="A white lace with flowers on it&#10;&#10;AI-generated content may be incorrect.">
              <a:extLst>
                <a:ext uri="{FF2B5EF4-FFF2-40B4-BE49-F238E27FC236}">
                  <a16:creationId xmlns:a16="http://schemas.microsoft.com/office/drawing/2014/main" id="{E6D20F99-2F33-77EA-E957-766AB1F1A642}"/>
                </a:ext>
              </a:extLst>
            </p:cNvPr>
            <p:cNvPicPr>
              <a:picLocks noChangeAspect="1"/>
            </p:cNvPicPr>
            <p:nvPr/>
          </p:nvPicPr>
          <p:blipFill>
            <a:blip r:embed="rId3"/>
            <a:stretch>
              <a:fillRect/>
            </a:stretch>
          </p:blipFill>
          <p:spPr>
            <a:xfrm rot="16200000" flipH="1">
              <a:off x="-1834711" y="906916"/>
              <a:ext cx="3666732" cy="1594733"/>
            </a:xfrm>
            <a:prstGeom prst="rect">
              <a:avLst/>
            </a:prstGeom>
          </p:spPr>
        </p:pic>
        <p:pic>
          <p:nvPicPr>
            <p:cNvPr id="23" name="Picture 22" descr="A white lace with flowers on it&#10;&#10;AI-generated content may be incorrect.">
              <a:extLst>
                <a:ext uri="{FF2B5EF4-FFF2-40B4-BE49-F238E27FC236}">
                  <a16:creationId xmlns:a16="http://schemas.microsoft.com/office/drawing/2014/main" id="{6C51C078-F0E3-C3B1-28C3-944F3D01B882}"/>
                </a:ext>
              </a:extLst>
            </p:cNvPr>
            <p:cNvPicPr>
              <a:picLocks noChangeAspect="1"/>
            </p:cNvPicPr>
            <p:nvPr/>
          </p:nvPicPr>
          <p:blipFill>
            <a:blip r:embed="rId3"/>
            <a:stretch>
              <a:fillRect/>
            </a:stretch>
          </p:blipFill>
          <p:spPr>
            <a:xfrm>
              <a:off x="2922206" y="-541087"/>
              <a:ext cx="3210828" cy="1465569"/>
            </a:xfrm>
            <a:prstGeom prst="rect">
              <a:avLst/>
            </a:prstGeom>
          </p:spPr>
        </p:pic>
        <p:pic>
          <p:nvPicPr>
            <p:cNvPr id="24" name="Picture 23" descr="A white lace with flowers on it&#10;&#10;AI-generated content may be incorrect.">
              <a:extLst>
                <a:ext uri="{FF2B5EF4-FFF2-40B4-BE49-F238E27FC236}">
                  <a16:creationId xmlns:a16="http://schemas.microsoft.com/office/drawing/2014/main" id="{3B4B93C4-1C34-E1DD-20C8-EE346237D057}"/>
                </a:ext>
              </a:extLst>
            </p:cNvPr>
            <p:cNvPicPr>
              <a:picLocks noChangeAspect="1"/>
            </p:cNvPicPr>
            <p:nvPr/>
          </p:nvPicPr>
          <p:blipFill>
            <a:blip r:embed="rId3"/>
            <a:stretch>
              <a:fillRect/>
            </a:stretch>
          </p:blipFill>
          <p:spPr>
            <a:xfrm flipH="1">
              <a:off x="5989265" y="-541087"/>
              <a:ext cx="3210828" cy="1465569"/>
            </a:xfrm>
            <a:prstGeom prst="rect">
              <a:avLst/>
            </a:prstGeom>
          </p:spPr>
        </p:pic>
        <p:pic>
          <p:nvPicPr>
            <p:cNvPr id="25" name="Picture 24" descr="A white lace with flowers on it&#10;&#10;AI-generated content may be incorrect.">
              <a:extLst>
                <a:ext uri="{FF2B5EF4-FFF2-40B4-BE49-F238E27FC236}">
                  <a16:creationId xmlns:a16="http://schemas.microsoft.com/office/drawing/2014/main" id="{504CC79F-8F39-761E-B614-8D4A008444EE}"/>
                </a:ext>
              </a:extLst>
            </p:cNvPr>
            <p:cNvPicPr>
              <a:picLocks noChangeAspect="1"/>
            </p:cNvPicPr>
            <p:nvPr/>
          </p:nvPicPr>
          <p:blipFill>
            <a:blip r:embed="rId3"/>
            <a:stretch>
              <a:fillRect/>
            </a:stretch>
          </p:blipFill>
          <p:spPr>
            <a:xfrm flipH="1">
              <a:off x="-109335" y="-545756"/>
              <a:ext cx="3210828" cy="1465568"/>
            </a:xfrm>
            <a:prstGeom prst="rect">
              <a:avLst/>
            </a:prstGeom>
          </p:spPr>
        </p:pic>
        <p:pic>
          <p:nvPicPr>
            <p:cNvPr id="26" name="Picture 25" descr="A white lace with flowers on it&#10;&#10;AI-generated content may be incorrect.">
              <a:extLst>
                <a:ext uri="{FF2B5EF4-FFF2-40B4-BE49-F238E27FC236}">
                  <a16:creationId xmlns:a16="http://schemas.microsoft.com/office/drawing/2014/main" id="{4D59AD8B-8BD4-C4C0-3888-D8B8FF4E810A}"/>
                </a:ext>
              </a:extLst>
            </p:cNvPr>
            <p:cNvPicPr>
              <a:picLocks noChangeAspect="1"/>
            </p:cNvPicPr>
            <p:nvPr/>
          </p:nvPicPr>
          <p:blipFill>
            <a:blip r:embed="rId3"/>
            <a:stretch>
              <a:fillRect/>
            </a:stretch>
          </p:blipFill>
          <p:spPr>
            <a:xfrm>
              <a:off x="9089542" y="-545758"/>
              <a:ext cx="3210828" cy="1465568"/>
            </a:xfrm>
            <a:prstGeom prst="rect">
              <a:avLst/>
            </a:prstGeom>
          </p:spPr>
        </p:pic>
      </p:grpSp>
      <p:sp>
        <p:nvSpPr>
          <p:cNvPr id="5" name="Subtitle 8">
            <a:extLst>
              <a:ext uri="{FF2B5EF4-FFF2-40B4-BE49-F238E27FC236}">
                <a16:creationId xmlns:a16="http://schemas.microsoft.com/office/drawing/2014/main" id="{6E08C236-9FBC-7B4F-3EDE-55546DB7A8BD}"/>
              </a:ext>
            </a:extLst>
          </p:cNvPr>
          <p:cNvSpPr txBox="1">
            <a:spLocks/>
          </p:cNvSpPr>
          <p:nvPr/>
        </p:nvSpPr>
        <p:spPr>
          <a:xfrm>
            <a:off x="326421" y="722205"/>
            <a:ext cx="6068542" cy="5597885"/>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US" sz="1600">
                <a:latin typeface="Agency FB"/>
              </a:rPr>
              <a:t> Though a big part of Victoria's Secret's branding links appearance with empowerment and confidence, VS shoppers are less likely to agree that “My confidence is greatly enhanced when I know I look my best” (VS: 64.6%, Other: 66.7%). This indicates that the brand’s empowerment angle isn't impacting  VS shopper as much as they may have thought. Furthermore, VS shoppers are still ~2% less likely to agree that “we should strive for equality for all"(VS: 8.2%, Other: 10.0%) and that "Men and women should share household responsibilities equally" (VS: 73.1%, Other: 75.0%).  </a:t>
            </a:r>
            <a:br>
              <a:rPr lang="en-US" sz="1600">
                <a:latin typeface="Agency FB"/>
              </a:rPr>
            </a:br>
            <a:r>
              <a:rPr lang="en-US" sz="600">
                <a:latin typeface="Agency FB"/>
              </a:rPr>
              <a:t>     </a:t>
            </a:r>
          </a:p>
          <a:p>
            <a:pPr algn="l">
              <a:lnSpc>
                <a:spcPct val="100000"/>
              </a:lnSpc>
            </a:pPr>
            <a:r>
              <a:rPr lang="en-US" sz="1600">
                <a:latin typeface="Agency FB"/>
              </a:rPr>
              <a:t> However, a larger proportion of VS shoppers still acknowledge inequality. Agreeing that "Men and women are still not treated equally in the workplace" (VS: 39.0%, Other: 37.5%) and are less likely to agree that "men and women are given equal opportunities" (VS: 72.8%, Other: 75.0%).  This acknowledgement might be the work of the “Me Too” movement. During "Me Too" many victims of workplace sexual harassment and SA spoke out about the inequalities woman in the workforce are forced to silently smile through. We believe VS shopper acknowledge workplace inequality unlike general inequality, because  of "Me Too".</a:t>
            </a:r>
          </a:p>
          <a:p>
            <a:pPr algn="l">
              <a:lnSpc>
                <a:spcPct val="100000"/>
              </a:lnSpc>
            </a:pPr>
            <a:r>
              <a:rPr lang="en-US" sz="1600">
                <a:latin typeface="Agency FB"/>
              </a:rPr>
              <a:t>But somehow, both groups show nearly identical agreement on the core definition that “feminism isn’t about treating women favorably but equally" (VS: 63.7%, Other: 64.1%). This implies that Victoria's Secret shoppers understand and accept the dictionary definition of feminism as equality, which was a big part of the "Me Too" movement.</a:t>
            </a:r>
          </a:p>
          <a:p>
            <a:pPr algn="l">
              <a:lnSpc>
                <a:spcPct val="100000"/>
              </a:lnSpc>
            </a:pPr>
            <a:r>
              <a:rPr lang="en-US" sz="1600">
                <a:latin typeface="Agency FB"/>
              </a:rPr>
              <a:t>This all creates a challenge for Victoria's Secret's rebranding efforts. Their shoppers recognize inequality but disagree with some equality rhetorics, they are also less motivated by appearance-based confidence than VS assumes. </a:t>
            </a:r>
          </a:p>
        </p:txBody>
      </p:sp>
      <p:sp>
        <p:nvSpPr>
          <p:cNvPr id="29" name="Title 6">
            <a:extLst>
              <a:ext uri="{FF2B5EF4-FFF2-40B4-BE49-F238E27FC236}">
                <a16:creationId xmlns:a16="http://schemas.microsoft.com/office/drawing/2014/main" id="{401A5806-A01C-85AD-DF2E-8B2C69835D0B}"/>
              </a:ext>
            </a:extLst>
          </p:cNvPr>
          <p:cNvSpPr>
            <a:spLocks noGrp="1"/>
          </p:cNvSpPr>
          <p:nvPr>
            <p:ph type="ctrTitle"/>
          </p:nvPr>
        </p:nvSpPr>
        <p:spPr>
          <a:xfrm>
            <a:off x="954313" y="100509"/>
            <a:ext cx="4804587" cy="629731"/>
          </a:xfrm>
        </p:spPr>
        <p:txBody>
          <a:bodyPr>
            <a:normAutofit/>
          </a:bodyPr>
          <a:lstStyle/>
          <a:p>
            <a:r>
              <a:rPr lang="en-US" sz="2400" b="1">
                <a:latin typeface="Agency FB"/>
              </a:rPr>
              <a:t>"Me Too" Attitudinal Comparison</a:t>
            </a:r>
          </a:p>
        </p:txBody>
      </p:sp>
    </p:spTree>
    <p:extLst>
      <p:ext uri="{BB962C8B-B14F-4D97-AF65-F5344CB8AC3E}">
        <p14:creationId xmlns:p14="http://schemas.microsoft.com/office/powerpoint/2010/main" val="3636995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E5C90-B79D-B8E9-BD24-507E7F5CA035}"/>
            </a:ext>
          </a:extLst>
        </p:cNvPr>
        <p:cNvGrpSpPr/>
        <p:nvPr/>
      </p:nvGrpSpPr>
      <p:grpSpPr>
        <a:xfrm>
          <a:off x="0" y="0"/>
          <a:ext cx="0" cy="0"/>
          <a:chOff x="0" y="0"/>
          <a:chExt cx="0" cy="0"/>
        </a:xfrm>
      </p:grpSpPr>
      <p:pic>
        <p:nvPicPr>
          <p:cNvPr id="5" name="Picture 4" descr="A pink and white striped background&#10;&#10;AI-generated content may be incorrect.">
            <a:extLst>
              <a:ext uri="{FF2B5EF4-FFF2-40B4-BE49-F238E27FC236}">
                <a16:creationId xmlns:a16="http://schemas.microsoft.com/office/drawing/2014/main" id="{2E8D87D0-F497-ED82-30B5-A2BA600FEDBD}"/>
              </a:ext>
            </a:extLst>
          </p:cNvPr>
          <p:cNvPicPr>
            <a:picLocks noChangeAspect="1"/>
          </p:cNvPicPr>
          <p:nvPr/>
        </p:nvPicPr>
        <p:blipFill>
          <a:blip r:embed="rId2"/>
          <a:stretch>
            <a:fillRect/>
          </a:stretch>
        </p:blipFill>
        <p:spPr>
          <a:xfrm>
            <a:off x="1588" y="-6350"/>
            <a:ext cx="12188825" cy="6858000"/>
          </a:xfrm>
          <a:prstGeom prst="rect">
            <a:avLst/>
          </a:prstGeom>
        </p:spPr>
      </p:pic>
      <p:sp>
        <p:nvSpPr>
          <p:cNvPr id="6" name="Rectangle 5">
            <a:extLst>
              <a:ext uri="{FF2B5EF4-FFF2-40B4-BE49-F238E27FC236}">
                <a16:creationId xmlns:a16="http://schemas.microsoft.com/office/drawing/2014/main" id="{064D8BDE-7E3A-D89C-01AB-5C5E34281115}"/>
              </a:ext>
            </a:extLst>
          </p:cNvPr>
          <p:cNvSpPr/>
          <p:nvPr/>
        </p:nvSpPr>
        <p:spPr>
          <a:xfrm>
            <a:off x="949322" y="1129676"/>
            <a:ext cx="10291509" cy="4590112"/>
          </a:xfrm>
          <a:custGeom>
            <a:avLst/>
            <a:gdLst>
              <a:gd name="csX0" fmla="*/ 0 w 10291509"/>
              <a:gd name="csY0" fmla="*/ 0 h 4590112"/>
              <a:gd name="csX1" fmla="*/ 263005 w 10291509"/>
              <a:gd name="csY1" fmla="*/ 0 h 4590112"/>
              <a:gd name="csX2" fmla="*/ 937671 w 10291509"/>
              <a:gd name="csY2" fmla="*/ 0 h 4590112"/>
              <a:gd name="csX3" fmla="*/ 1715252 w 10291509"/>
              <a:gd name="csY3" fmla="*/ 0 h 4590112"/>
              <a:gd name="csX4" fmla="*/ 2389917 w 10291509"/>
              <a:gd name="csY4" fmla="*/ 0 h 4590112"/>
              <a:gd name="csX5" fmla="*/ 3167498 w 10291509"/>
              <a:gd name="csY5" fmla="*/ 0 h 4590112"/>
              <a:gd name="csX6" fmla="*/ 3430503 w 10291509"/>
              <a:gd name="csY6" fmla="*/ 0 h 4590112"/>
              <a:gd name="csX7" fmla="*/ 3693508 w 10291509"/>
              <a:gd name="csY7" fmla="*/ 0 h 4590112"/>
              <a:gd name="csX8" fmla="*/ 3956513 w 10291509"/>
              <a:gd name="csY8" fmla="*/ 0 h 4590112"/>
              <a:gd name="csX9" fmla="*/ 4528264 w 10291509"/>
              <a:gd name="csY9" fmla="*/ 0 h 4590112"/>
              <a:gd name="csX10" fmla="*/ 5305845 w 10291509"/>
              <a:gd name="csY10" fmla="*/ 0 h 4590112"/>
              <a:gd name="csX11" fmla="*/ 5877595 w 10291509"/>
              <a:gd name="csY11" fmla="*/ 0 h 4590112"/>
              <a:gd name="csX12" fmla="*/ 6655176 w 10291509"/>
              <a:gd name="csY12" fmla="*/ 0 h 4590112"/>
              <a:gd name="csX13" fmla="*/ 7329841 w 10291509"/>
              <a:gd name="csY13" fmla="*/ 0 h 4590112"/>
              <a:gd name="csX14" fmla="*/ 8107422 w 10291509"/>
              <a:gd name="csY14" fmla="*/ 0 h 4590112"/>
              <a:gd name="csX15" fmla="*/ 8370427 w 10291509"/>
              <a:gd name="csY15" fmla="*/ 0 h 4590112"/>
              <a:gd name="csX16" fmla="*/ 8633433 w 10291509"/>
              <a:gd name="csY16" fmla="*/ 0 h 4590112"/>
              <a:gd name="csX17" fmla="*/ 9308098 w 10291509"/>
              <a:gd name="csY17" fmla="*/ 0 h 4590112"/>
              <a:gd name="csX18" fmla="*/ 10291509 w 10291509"/>
              <a:gd name="csY18" fmla="*/ 0 h 4590112"/>
              <a:gd name="csX19" fmla="*/ 10291509 w 10291509"/>
              <a:gd name="csY19" fmla="*/ 481962 h 4590112"/>
              <a:gd name="csX20" fmla="*/ 10291509 w 10291509"/>
              <a:gd name="csY20" fmla="*/ 1101627 h 4590112"/>
              <a:gd name="csX21" fmla="*/ 10291509 w 10291509"/>
              <a:gd name="csY21" fmla="*/ 1767193 h 4590112"/>
              <a:gd name="csX22" fmla="*/ 10291509 w 10291509"/>
              <a:gd name="csY22" fmla="*/ 2340957 h 4590112"/>
              <a:gd name="csX23" fmla="*/ 10291509 w 10291509"/>
              <a:gd name="csY23" fmla="*/ 2914721 h 4590112"/>
              <a:gd name="csX24" fmla="*/ 10291509 w 10291509"/>
              <a:gd name="csY24" fmla="*/ 3350782 h 4590112"/>
              <a:gd name="csX25" fmla="*/ 10291509 w 10291509"/>
              <a:gd name="csY25" fmla="*/ 3924546 h 4590112"/>
              <a:gd name="csX26" fmla="*/ 10291509 w 10291509"/>
              <a:gd name="csY26" fmla="*/ 4590112 h 4590112"/>
              <a:gd name="csX27" fmla="*/ 10028504 w 10291509"/>
              <a:gd name="csY27" fmla="*/ 4590112 h 4590112"/>
              <a:gd name="csX28" fmla="*/ 9559668 w 10291509"/>
              <a:gd name="csY28" fmla="*/ 4590112 h 4590112"/>
              <a:gd name="csX29" fmla="*/ 9193748 w 10291509"/>
              <a:gd name="csY29" fmla="*/ 4590112 h 4590112"/>
              <a:gd name="csX30" fmla="*/ 8621998 w 10291509"/>
              <a:gd name="csY30" fmla="*/ 4590112 h 4590112"/>
              <a:gd name="csX31" fmla="*/ 8358992 w 10291509"/>
              <a:gd name="csY31" fmla="*/ 4590112 h 4590112"/>
              <a:gd name="csX32" fmla="*/ 7787242 w 10291509"/>
              <a:gd name="csY32" fmla="*/ 4590112 h 4590112"/>
              <a:gd name="csX33" fmla="*/ 7215491 w 10291509"/>
              <a:gd name="csY33" fmla="*/ 4590112 h 4590112"/>
              <a:gd name="csX34" fmla="*/ 6540826 w 10291509"/>
              <a:gd name="csY34" fmla="*/ 4590112 h 4590112"/>
              <a:gd name="csX35" fmla="*/ 5866160 w 10291509"/>
              <a:gd name="csY35" fmla="*/ 4590112 h 4590112"/>
              <a:gd name="csX36" fmla="*/ 5191495 w 10291509"/>
              <a:gd name="csY36" fmla="*/ 4590112 h 4590112"/>
              <a:gd name="csX37" fmla="*/ 4825574 w 10291509"/>
              <a:gd name="csY37" fmla="*/ 4590112 h 4590112"/>
              <a:gd name="csX38" fmla="*/ 4150909 w 10291509"/>
              <a:gd name="csY38" fmla="*/ 4590112 h 4590112"/>
              <a:gd name="csX39" fmla="*/ 3579158 w 10291509"/>
              <a:gd name="csY39" fmla="*/ 4590112 h 4590112"/>
              <a:gd name="csX40" fmla="*/ 2801577 w 10291509"/>
              <a:gd name="csY40" fmla="*/ 4590112 h 4590112"/>
              <a:gd name="csX41" fmla="*/ 2435657 w 10291509"/>
              <a:gd name="csY41" fmla="*/ 4590112 h 4590112"/>
              <a:gd name="csX42" fmla="*/ 1966822 w 10291509"/>
              <a:gd name="csY42" fmla="*/ 4590112 h 4590112"/>
              <a:gd name="csX43" fmla="*/ 1703816 w 10291509"/>
              <a:gd name="csY43" fmla="*/ 4590112 h 4590112"/>
              <a:gd name="csX44" fmla="*/ 926236 w 10291509"/>
              <a:gd name="csY44" fmla="*/ 4590112 h 4590112"/>
              <a:gd name="csX45" fmla="*/ 0 w 10291509"/>
              <a:gd name="csY45" fmla="*/ 4590112 h 4590112"/>
              <a:gd name="csX46" fmla="*/ 0 w 10291509"/>
              <a:gd name="csY46" fmla="*/ 4108150 h 4590112"/>
              <a:gd name="csX47" fmla="*/ 0 w 10291509"/>
              <a:gd name="csY47" fmla="*/ 3672090 h 4590112"/>
              <a:gd name="csX48" fmla="*/ 0 w 10291509"/>
              <a:gd name="csY48" fmla="*/ 3236029 h 4590112"/>
              <a:gd name="csX49" fmla="*/ 0 w 10291509"/>
              <a:gd name="csY49" fmla="*/ 2799968 h 4590112"/>
              <a:gd name="csX50" fmla="*/ 0 w 10291509"/>
              <a:gd name="csY50" fmla="*/ 2134402 h 4590112"/>
              <a:gd name="csX51" fmla="*/ 0 w 10291509"/>
              <a:gd name="csY51" fmla="*/ 1560638 h 4590112"/>
              <a:gd name="csX52" fmla="*/ 0 w 10291509"/>
              <a:gd name="csY52" fmla="*/ 940973 h 4590112"/>
              <a:gd name="csX53" fmla="*/ 0 w 10291509"/>
              <a:gd name="csY53" fmla="*/ 504912 h 4590112"/>
              <a:gd name="csX54" fmla="*/ 0 w 10291509"/>
              <a:gd name="csY54" fmla="*/ 0 h 4590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Lst>
            <a:rect l="l" t="t" r="r" b="b"/>
            <a:pathLst>
              <a:path w="10291509" h="4590112" fill="none" extrusionOk="0">
                <a:moveTo>
                  <a:pt x="0" y="0"/>
                </a:moveTo>
                <a:cubicBezTo>
                  <a:pt x="114073" y="-2144"/>
                  <a:pt x="181751" y="8096"/>
                  <a:pt x="263005" y="0"/>
                </a:cubicBezTo>
                <a:cubicBezTo>
                  <a:pt x="344260" y="-8096"/>
                  <a:pt x="789689" y="45784"/>
                  <a:pt x="937671" y="0"/>
                </a:cubicBezTo>
                <a:cubicBezTo>
                  <a:pt x="1085653" y="-45784"/>
                  <a:pt x="1346211" y="33978"/>
                  <a:pt x="1715252" y="0"/>
                </a:cubicBezTo>
                <a:cubicBezTo>
                  <a:pt x="2084293" y="-33978"/>
                  <a:pt x="2106431" y="73862"/>
                  <a:pt x="2389917" y="0"/>
                </a:cubicBezTo>
                <a:cubicBezTo>
                  <a:pt x="2673404" y="-73862"/>
                  <a:pt x="2858575" y="74190"/>
                  <a:pt x="3167498" y="0"/>
                </a:cubicBezTo>
                <a:cubicBezTo>
                  <a:pt x="3476421" y="-74190"/>
                  <a:pt x="3316958" y="3362"/>
                  <a:pt x="3430503" y="0"/>
                </a:cubicBezTo>
                <a:cubicBezTo>
                  <a:pt x="3544049" y="-3362"/>
                  <a:pt x="3613235" y="19307"/>
                  <a:pt x="3693508" y="0"/>
                </a:cubicBezTo>
                <a:cubicBezTo>
                  <a:pt x="3773782" y="-19307"/>
                  <a:pt x="3895196" y="9092"/>
                  <a:pt x="3956513" y="0"/>
                </a:cubicBezTo>
                <a:cubicBezTo>
                  <a:pt x="4017830" y="-9092"/>
                  <a:pt x="4336993" y="45260"/>
                  <a:pt x="4528264" y="0"/>
                </a:cubicBezTo>
                <a:cubicBezTo>
                  <a:pt x="4719535" y="-45260"/>
                  <a:pt x="5148344" y="90132"/>
                  <a:pt x="5305845" y="0"/>
                </a:cubicBezTo>
                <a:cubicBezTo>
                  <a:pt x="5463346" y="-90132"/>
                  <a:pt x="5600542" y="43135"/>
                  <a:pt x="5877595" y="0"/>
                </a:cubicBezTo>
                <a:cubicBezTo>
                  <a:pt x="6154648" y="-43135"/>
                  <a:pt x="6274137" y="30709"/>
                  <a:pt x="6655176" y="0"/>
                </a:cubicBezTo>
                <a:cubicBezTo>
                  <a:pt x="7036215" y="-30709"/>
                  <a:pt x="7176230" y="611"/>
                  <a:pt x="7329841" y="0"/>
                </a:cubicBezTo>
                <a:cubicBezTo>
                  <a:pt x="7483452" y="-611"/>
                  <a:pt x="7768755" y="81248"/>
                  <a:pt x="8107422" y="0"/>
                </a:cubicBezTo>
                <a:cubicBezTo>
                  <a:pt x="8446089" y="-81248"/>
                  <a:pt x="8244166" y="8479"/>
                  <a:pt x="8370427" y="0"/>
                </a:cubicBezTo>
                <a:cubicBezTo>
                  <a:pt x="8496688" y="-8479"/>
                  <a:pt x="8532685" y="5023"/>
                  <a:pt x="8633433" y="0"/>
                </a:cubicBezTo>
                <a:cubicBezTo>
                  <a:pt x="8734181" y="-5023"/>
                  <a:pt x="9134245" y="53061"/>
                  <a:pt x="9308098" y="0"/>
                </a:cubicBezTo>
                <a:cubicBezTo>
                  <a:pt x="9481952" y="-53061"/>
                  <a:pt x="9957115" y="69446"/>
                  <a:pt x="10291509" y="0"/>
                </a:cubicBezTo>
                <a:cubicBezTo>
                  <a:pt x="10309342" y="139492"/>
                  <a:pt x="10264213" y="275503"/>
                  <a:pt x="10291509" y="481962"/>
                </a:cubicBezTo>
                <a:cubicBezTo>
                  <a:pt x="10318805" y="688421"/>
                  <a:pt x="10289231" y="835787"/>
                  <a:pt x="10291509" y="1101627"/>
                </a:cubicBezTo>
                <a:cubicBezTo>
                  <a:pt x="10293787" y="1367467"/>
                  <a:pt x="10241432" y="1588169"/>
                  <a:pt x="10291509" y="1767193"/>
                </a:cubicBezTo>
                <a:cubicBezTo>
                  <a:pt x="10341586" y="1946217"/>
                  <a:pt x="10283956" y="2222065"/>
                  <a:pt x="10291509" y="2340957"/>
                </a:cubicBezTo>
                <a:cubicBezTo>
                  <a:pt x="10299062" y="2459849"/>
                  <a:pt x="10259361" y="2666067"/>
                  <a:pt x="10291509" y="2914721"/>
                </a:cubicBezTo>
                <a:cubicBezTo>
                  <a:pt x="10323657" y="3163375"/>
                  <a:pt x="10274850" y="3196139"/>
                  <a:pt x="10291509" y="3350782"/>
                </a:cubicBezTo>
                <a:cubicBezTo>
                  <a:pt x="10308168" y="3505425"/>
                  <a:pt x="10231916" y="3657015"/>
                  <a:pt x="10291509" y="3924546"/>
                </a:cubicBezTo>
                <a:cubicBezTo>
                  <a:pt x="10351102" y="4192077"/>
                  <a:pt x="10285605" y="4347899"/>
                  <a:pt x="10291509" y="4590112"/>
                </a:cubicBezTo>
                <a:cubicBezTo>
                  <a:pt x="10210413" y="4597013"/>
                  <a:pt x="10111798" y="4565141"/>
                  <a:pt x="10028504" y="4590112"/>
                </a:cubicBezTo>
                <a:cubicBezTo>
                  <a:pt x="9945211" y="4615083"/>
                  <a:pt x="9782742" y="4581935"/>
                  <a:pt x="9559668" y="4590112"/>
                </a:cubicBezTo>
                <a:cubicBezTo>
                  <a:pt x="9336594" y="4598289"/>
                  <a:pt x="9325984" y="4552175"/>
                  <a:pt x="9193748" y="4590112"/>
                </a:cubicBezTo>
                <a:cubicBezTo>
                  <a:pt x="9061512" y="4628049"/>
                  <a:pt x="8818173" y="4575152"/>
                  <a:pt x="8621998" y="4590112"/>
                </a:cubicBezTo>
                <a:cubicBezTo>
                  <a:pt x="8425823" y="4605072"/>
                  <a:pt x="8480587" y="4587238"/>
                  <a:pt x="8358992" y="4590112"/>
                </a:cubicBezTo>
                <a:cubicBezTo>
                  <a:pt x="8237397" y="4592986"/>
                  <a:pt x="8041075" y="4537559"/>
                  <a:pt x="7787242" y="4590112"/>
                </a:cubicBezTo>
                <a:cubicBezTo>
                  <a:pt x="7533409" y="4642665"/>
                  <a:pt x="7357300" y="4562133"/>
                  <a:pt x="7215491" y="4590112"/>
                </a:cubicBezTo>
                <a:cubicBezTo>
                  <a:pt x="7073682" y="4618091"/>
                  <a:pt x="6785109" y="4581006"/>
                  <a:pt x="6540826" y="4590112"/>
                </a:cubicBezTo>
                <a:cubicBezTo>
                  <a:pt x="6296543" y="4599218"/>
                  <a:pt x="6169671" y="4526378"/>
                  <a:pt x="5866160" y="4590112"/>
                </a:cubicBezTo>
                <a:cubicBezTo>
                  <a:pt x="5562649" y="4653846"/>
                  <a:pt x="5447133" y="4577028"/>
                  <a:pt x="5191495" y="4590112"/>
                </a:cubicBezTo>
                <a:cubicBezTo>
                  <a:pt x="4935857" y="4603196"/>
                  <a:pt x="4985011" y="4558627"/>
                  <a:pt x="4825574" y="4590112"/>
                </a:cubicBezTo>
                <a:cubicBezTo>
                  <a:pt x="4666137" y="4621597"/>
                  <a:pt x="4361049" y="4580928"/>
                  <a:pt x="4150909" y="4590112"/>
                </a:cubicBezTo>
                <a:cubicBezTo>
                  <a:pt x="3940770" y="4599296"/>
                  <a:pt x="3791737" y="4576119"/>
                  <a:pt x="3579158" y="4590112"/>
                </a:cubicBezTo>
                <a:cubicBezTo>
                  <a:pt x="3366579" y="4604105"/>
                  <a:pt x="3174000" y="4533235"/>
                  <a:pt x="2801577" y="4590112"/>
                </a:cubicBezTo>
                <a:cubicBezTo>
                  <a:pt x="2429154" y="4646989"/>
                  <a:pt x="2615310" y="4567486"/>
                  <a:pt x="2435657" y="4590112"/>
                </a:cubicBezTo>
                <a:cubicBezTo>
                  <a:pt x="2256004" y="4612738"/>
                  <a:pt x="2089360" y="4541205"/>
                  <a:pt x="1966822" y="4590112"/>
                </a:cubicBezTo>
                <a:cubicBezTo>
                  <a:pt x="1844284" y="4639019"/>
                  <a:pt x="1816639" y="4570574"/>
                  <a:pt x="1703816" y="4590112"/>
                </a:cubicBezTo>
                <a:cubicBezTo>
                  <a:pt x="1590993" y="4609650"/>
                  <a:pt x="1111098" y="4527543"/>
                  <a:pt x="926236" y="4590112"/>
                </a:cubicBezTo>
                <a:cubicBezTo>
                  <a:pt x="741374" y="4652681"/>
                  <a:pt x="410852" y="4488326"/>
                  <a:pt x="0" y="4590112"/>
                </a:cubicBezTo>
                <a:cubicBezTo>
                  <a:pt x="-54942" y="4363274"/>
                  <a:pt x="14087" y="4236374"/>
                  <a:pt x="0" y="4108150"/>
                </a:cubicBezTo>
                <a:cubicBezTo>
                  <a:pt x="-14087" y="3979926"/>
                  <a:pt x="9141" y="3811320"/>
                  <a:pt x="0" y="3672090"/>
                </a:cubicBezTo>
                <a:cubicBezTo>
                  <a:pt x="-9141" y="3532860"/>
                  <a:pt x="31014" y="3437666"/>
                  <a:pt x="0" y="3236029"/>
                </a:cubicBezTo>
                <a:cubicBezTo>
                  <a:pt x="-31014" y="3034392"/>
                  <a:pt x="17319" y="2906920"/>
                  <a:pt x="0" y="2799968"/>
                </a:cubicBezTo>
                <a:cubicBezTo>
                  <a:pt x="-17319" y="2693016"/>
                  <a:pt x="3654" y="2334840"/>
                  <a:pt x="0" y="2134402"/>
                </a:cubicBezTo>
                <a:cubicBezTo>
                  <a:pt x="-3654" y="1933964"/>
                  <a:pt x="36991" y="1695904"/>
                  <a:pt x="0" y="1560638"/>
                </a:cubicBezTo>
                <a:cubicBezTo>
                  <a:pt x="-36991" y="1425372"/>
                  <a:pt x="26238" y="1210759"/>
                  <a:pt x="0" y="940973"/>
                </a:cubicBezTo>
                <a:cubicBezTo>
                  <a:pt x="-26238" y="671187"/>
                  <a:pt x="34814" y="694334"/>
                  <a:pt x="0" y="504912"/>
                </a:cubicBezTo>
                <a:cubicBezTo>
                  <a:pt x="-34814" y="315490"/>
                  <a:pt x="31874" y="147661"/>
                  <a:pt x="0" y="0"/>
                </a:cubicBezTo>
                <a:close/>
              </a:path>
              <a:path w="10291509" h="4590112" stroke="0" extrusionOk="0">
                <a:moveTo>
                  <a:pt x="0" y="0"/>
                </a:moveTo>
                <a:cubicBezTo>
                  <a:pt x="107236" y="-18772"/>
                  <a:pt x="266448" y="37962"/>
                  <a:pt x="365920" y="0"/>
                </a:cubicBezTo>
                <a:cubicBezTo>
                  <a:pt x="465392" y="-37962"/>
                  <a:pt x="774521" y="31368"/>
                  <a:pt x="1040586" y="0"/>
                </a:cubicBezTo>
                <a:cubicBezTo>
                  <a:pt x="1306651" y="-31368"/>
                  <a:pt x="1314140" y="11488"/>
                  <a:pt x="1509421" y="0"/>
                </a:cubicBezTo>
                <a:cubicBezTo>
                  <a:pt x="1704703" y="-11488"/>
                  <a:pt x="1990673" y="24114"/>
                  <a:pt x="2184087" y="0"/>
                </a:cubicBezTo>
                <a:cubicBezTo>
                  <a:pt x="2377501" y="-24114"/>
                  <a:pt x="2403801" y="3725"/>
                  <a:pt x="2550007" y="0"/>
                </a:cubicBezTo>
                <a:cubicBezTo>
                  <a:pt x="2696213" y="-3725"/>
                  <a:pt x="2859060" y="38750"/>
                  <a:pt x="3121758" y="0"/>
                </a:cubicBezTo>
                <a:cubicBezTo>
                  <a:pt x="3384456" y="-38750"/>
                  <a:pt x="3401617" y="30162"/>
                  <a:pt x="3487678" y="0"/>
                </a:cubicBezTo>
                <a:cubicBezTo>
                  <a:pt x="3573739" y="-30162"/>
                  <a:pt x="3754640" y="51782"/>
                  <a:pt x="3956513" y="0"/>
                </a:cubicBezTo>
                <a:cubicBezTo>
                  <a:pt x="4158386" y="-51782"/>
                  <a:pt x="4392969" y="13077"/>
                  <a:pt x="4528264" y="0"/>
                </a:cubicBezTo>
                <a:cubicBezTo>
                  <a:pt x="4663559" y="-13077"/>
                  <a:pt x="4712715" y="4288"/>
                  <a:pt x="4791269" y="0"/>
                </a:cubicBezTo>
                <a:cubicBezTo>
                  <a:pt x="4869824" y="-4288"/>
                  <a:pt x="5247986" y="62179"/>
                  <a:pt x="5363020" y="0"/>
                </a:cubicBezTo>
                <a:cubicBezTo>
                  <a:pt x="5478054" y="-62179"/>
                  <a:pt x="5505214" y="5166"/>
                  <a:pt x="5626025" y="0"/>
                </a:cubicBezTo>
                <a:cubicBezTo>
                  <a:pt x="5746836" y="-5166"/>
                  <a:pt x="5890439" y="6616"/>
                  <a:pt x="6094860" y="0"/>
                </a:cubicBezTo>
                <a:cubicBezTo>
                  <a:pt x="6299282" y="-6616"/>
                  <a:pt x="6319275" y="10356"/>
                  <a:pt x="6460781" y="0"/>
                </a:cubicBezTo>
                <a:cubicBezTo>
                  <a:pt x="6602287" y="-10356"/>
                  <a:pt x="6973687" y="73714"/>
                  <a:pt x="7238361" y="0"/>
                </a:cubicBezTo>
                <a:cubicBezTo>
                  <a:pt x="7503035" y="-73714"/>
                  <a:pt x="7631697" y="9887"/>
                  <a:pt x="7913027" y="0"/>
                </a:cubicBezTo>
                <a:cubicBezTo>
                  <a:pt x="8194357" y="-9887"/>
                  <a:pt x="8270829" y="29708"/>
                  <a:pt x="8484777" y="0"/>
                </a:cubicBezTo>
                <a:cubicBezTo>
                  <a:pt x="8698725" y="-29708"/>
                  <a:pt x="8653980" y="30678"/>
                  <a:pt x="8747783" y="0"/>
                </a:cubicBezTo>
                <a:cubicBezTo>
                  <a:pt x="8841586" y="-30678"/>
                  <a:pt x="9185935" y="76669"/>
                  <a:pt x="9422448" y="0"/>
                </a:cubicBezTo>
                <a:cubicBezTo>
                  <a:pt x="9658961" y="-76669"/>
                  <a:pt x="9682493" y="11842"/>
                  <a:pt x="9788369" y="0"/>
                </a:cubicBezTo>
                <a:cubicBezTo>
                  <a:pt x="9894245" y="-11842"/>
                  <a:pt x="10149338" y="47815"/>
                  <a:pt x="10291509" y="0"/>
                </a:cubicBezTo>
                <a:cubicBezTo>
                  <a:pt x="10325448" y="170884"/>
                  <a:pt x="10242087" y="518135"/>
                  <a:pt x="10291509" y="665566"/>
                </a:cubicBezTo>
                <a:cubicBezTo>
                  <a:pt x="10340931" y="812997"/>
                  <a:pt x="10278221" y="1086583"/>
                  <a:pt x="10291509" y="1285231"/>
                </a:cubicBezTo>
                <a:cubicBezTo>
                  <a:pt x="10304797" y="1483879"/>
                  <a:pt x="10256590" y="1754621"/>
                  <a:pt x="10291509" y="1904896"/>
                </a:cubicBezTo>
                <a:cubicBezTo>
                  <a:pt x="10326428" y="2055171"/>
                  <a:pt x="10283371" y="2397664"/>
                  <a:pt x="10291509" y="2524562"/>
                </a:cubicBezTo>
                <a:cubicBezTo>
                  <a:pt x="10299647" y="2651460"/>
                  <a:pt x="10229787" y="2927125"/>
                  <a:pt x="10291509" y="3098326"/>
                </a:cubicBezTo>
                <a:cubicBezTo>
                  <a:pt x="10353231" y="3269527"/>
                  <a:pt x="10244876" y="3444934"/>
                  <a:pt x="10291509" y="3763892"/>
                </a:cubicBezTo>
                <a:cubicBezTo>
                  <a:pt x="10338142" y="4082850"/>
                  <a:pt x="10225732" y="4411016"/>
                  <a:pt x="10291509" y="4590112"/>
                </a:cubicBezTo>
                <a:cubicBezTo>
                  <a:pt x="10110935" y="4605483"/>
                  <a:pt x="9974358" y="4534401"/>
                  <a:pt x="9822674" y="4590112"/>
                </a:cubicBezTo>
                <a:cubicBezTo>
                  <a:pt x="9670990" y="4645823"/>
                  <a:pt x="9464617" y="4573610"/>
                  <a:pt x="9353838" y="4590112"/>
                </a:cubicBezTo>
                <a:cubicBezTo>
                  <a:pt x="9243059" y="4606614"/>
                  <a:pt x="9015561" y="4517013"/>
                  <a:pt x="8679173" y="4590112"/>
                </a:cubicBezTo>
                <a:cubicBezTo>
                  <a:pt x="8342785" y="4663211"/>
                  <a:pt x="8225859" y="4558177"/>
                  <a:pt x="7901592" y="4590112"/>
                </a:cubicBezTo>
                <a:cubicBezTo>
                  <a:pt x="7577325" y="4622047"/>
                  <a:pt x="7579234" y="4538573"/>
                  <a:pt x="7432757" y="4590112"/>
                </a:cubicBezTo>
                <a:cubicBezTo>
                  <a:pt x="7286281" y="4641651"/>
                  <a:pt x="7198285" y="4573696"/>
                  <a:pt x="7066836" y="4590112"/>
                </a:cubicBezTo>
                <a:cubicBezTo>
                  <a:pt x="6935387" y="4606528"/>
                  <a:pt x="6529194" y="4532048"/>
                  <a:pt x="6392171" y="4590112"/>
                </a:cubicBezTo>
                <a:cubicBezTo>
                  <a:pt x="6255148" y="4648176"/>
                  <a:pt x="6064898" y="4543962"/>
                  <a:pt x="5923335" y="4590112"/>
                </a:cubicBezTo>
                <a:cubicBezTo>
                  <a:pt x="5781772" y="4636262"/>
                  <a:pt x="5554943" y="4529540"/>
                  <a:pt x="5248670" y="4590112"/>
                </a:cubicBezTo>
                <a:cubicBezTo>
                  <a:pt x="4942397" y="4650684"/>
                  <a:pt x="4963306" y="4552788"/>
                  <a:pt x="4882749" y="4590112"/>
                </a:cubicBezTo>
                <a:cubicBezTo>
                  <a:pt x="4802192" y="4627436"/>
                  <a:pt x="4718033" y="4575404"/>
                  <a:pt x="4619744" y="4590112"/>
                </a:cubicBezTo>
                <a:cubicBezTo>
                  <a:pt x="4521456" y="4604820"/>
                  <a:pt x="4169419" y="4564881"/>
                  <a:pt x="3945078" y="4590112"/>
                </a:cubicBezTo>
                <a:cubicBezTo>
                  <a:pt x="3720737" y="4615343"/>
                  <a:pt x="3574819" y="4539365"/>
                  <a:pt x="3270413" y="4590112"/>
                </a:cubicBezTo>
                <a:cubicBezTo>
                  <a:pt x="2966008" y="4640859"/>
                  <a:pt x="3107559" y="4574887"/>
                  <a:pt x="3007408" y="4590112"/>
                </a:cubicBezTo>
                <a:cubicBezTo>
                  <a:pt x="2907258" y="4605337"/>
                  <a:pt x="2598173" y="4533717"/>
                  <a:pt x="2332742" y="4590112"/>
                </a:cubicBezTo>
                <a:cubicBezTo>
                  <a:pt x="2067311" y="4646507"/>
                  <a:pt x="1823939" y="4568830"/>
                  <a:pt x="1555161" y="4590112"/>
                </a:cubicBezTo>
                <a:cubicBezTo>
                  <a:pt x="1286383" y="4611394"/>
                  <a:pt x="1285497" y="4589482"/>
                  <a:pt x="1189241" y="4590112"/>
                </a:cubicBezTo>
                <a:cubicBezTo>
                  <a:pt x="1092985" y="4590742"/>
                  <a:pt x="370742" y="4537609"/>
                  <a:pt x="0" y="4590112"/>
                </a:cubicBezTo>
                <a:cubicBezTo>
                  <a:pt x="-5201" y="4488777"/>
                  <a:pt x="32447" y="4338472"/>
                  <a:pt x="0" y="4108150"/>
                </a:cubicBezTo>
                <a:cubicBezTo>
                  <a:pt x="-32447" y="3877828"/>
                  <a:pt x="35602" y="3760031"/>
                  <a:pt x="0" y="3672090"/>
                </a:cubicBezTo>
                <a:cubicBezTo>
                  <a:pt x="-35602" y="3584149"/>
                  <a:pt x="42019" y="3331646"/>
                  <a:pt x="0" y="3052424"/>
                </a:cubicBezTo>
                <a:cubicBezTo>
                  <a:pt x="-42019" y="2773202"/>
                  <a:pt x="39281" y="2645002"/>
                  <a:pt x="0" y="2478660"/>
                </a:cubicBezTo>
                <a:cubicBezTo>
                  <a:pt x="-39281" y="2312318"/>
                  <a:pt x="36016" y="2067743"/>
                  <a:pt x="0" y="1950798"/>
                </a:cubicBezTo>
                <a:cubicBezTo>
                  <a:pt x="-36016" y="1833853"/>
                  <a:pt x="1245" y="1716589"/>
                  <a:pt x="0" y="1514737"/>
                </a:cubicBezTo>
                <a:cubicBezTo>
                  <a:pt x="-1245" y="1312885"/>
                  <a:pt x="69618" y="1064765"/>
                  <a:pt x="0" y="849171"/>
                </a:cubicBezTo>
                <a:cubicBezTo>
                  <a:pt x="-69618" y="633577"/>
                  <a:pt x="50834" y="281090"/>
                  <a:pt x="0" y="0"/>
                </a:cubicBezTo>
                <a:close/>
              </a:path>
            </a:pathLst>
          </a:custGeom>
          <a:solidFill>
            <a:schemeClr val="bg1"/>
          </a:solidFill>
          <a:ln w="57150">
            <a:solidFill>
              <a:srgbClr val="E92A7D"/>
            </a:solidFill>
            <a:extLst>
              <a:ext uri="{C807C97D-BFC1-408E-A445-0C87EB9F89A2}">
                <ask:lineSketchStyleProps xmlns:ask="http://schemas.microsoft.com/office/drawing/2018/sketchyshapes" sd="4222757554">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85CF7B59-B50B-2EA3-B7B5-59C3D1FFC539}"/>
              </a:ext>
            </a:extLst>
          </p:cNvPr>
          <p:cNvGrpSpPr/>
          <p:nvPr/>
        </p:nvGrpSpPr>
        <p:grpSpPr>
          <a:xfrm>
            <a:off x="-884976" y="-775796"/>
            <a:ext cx="13973642" cy="8408708"/>
            <a:chOff x="-798712" y="-545758"/>
            <a:chExt cx="13786734" cy="8193047"/>
          </a:xfrm>
        </p:grpSpPr>
        <p:pic>
          <p:nvPicPr>
            <p:cNvPr id="47" name="Picture 46" descr="A white lace with flowers on it&#10;&#10;AI-generated content may be incorrect.">
              <a:extLst>
                <a:ext uri="{FF2B5EF4-FFF2-40B4-BE49-F238E27FC236}">
                  <a16:creationId xmlns:a16="http://schemas.microsoft.com/office/drawing/2014/main" id="{6A7EF67A-6C07-02F8-514E-60FB676EDD61}"/>
                </a:ext>
              </a:extLst>
            </p:cNvPr>
            <p:cNvPicPr>
              <a:picLocks noChangeAspect="1"/>
            </p:cNvPicPr>
            <p:nvPr/>
          </p:nvPicPr>
          <p:blipFill>
            <a:blip r:embed="rId3"/>
            <a:stretch>
              <a:fillRect/>
            </a:stretch>
          </p:blipFill>
          <p:spPr>
            <a:xfrm rot="5400000" flipH="1">
              <a:off x="10357290" y="4372596"/>
              <a:ext cx="3666732" cy="1594733"/>
            </a:xfrm>
            <a:prstGeom prst="rect">
              <a:avLst/>
            </a:prstGeom>
          </p:spPr>
        </p:pic>
        <p:pic>
          <p:nvPicPr>
            <p:cNvPr id="48" name="Picture 47" descr="A white lace with flowers on it&#10;&#10;AI-generated content may be incorrect.">
              <a:extLst>
                <a:ext uri="{FF2B5EF4-FFF2-40B4-BE49-F238E27FC236}">
                  <a16:creationId xmlns:a16="http://schemas.microsoft.com/office/drawing/2014/main" id="{45A94CF7-B6FB-C85B-02E8-3047DEBA707E}"/>
                </a:ext>
              </a:extLst>
            </p:cNvPr>
            <p:cNvPicPr>
              <a:picLocks noChangeAspect="1"/>
            </p:cNvPicPr>
            <p:nvPr/>
          </p:nvPicPr>
          <p:blipFill>
            <a:blip r:embed="rId3"/>
            <a:stretch>
              <a:fillRect/>
            </a:stretch>
          </p:blipFill>
          <p:spPr>
            <a:xfrm rot="5400000">
              <a:off x="10357290" y="906917"/>
              <a:ext cx="3666732" cy="1594733"/>
            </a:xfrm>
            <a:prstGeom prst="rect">
              <a:avLst/>
            </a:prstGeom>
          </p:spPr>
        </p:pic>
        <p:pic>
          <p:nvPicPr>
            <p:cNvPr id="49" name="Picture 48" descr="A white lace with flowers on it&#10;&#10;AI-generated content may be incorrect.">
              <a:extLst>
                <a:ext uri="{FF2B5EF4-FFF2-40B4-BE49-F238E27FC236}">
                  <a16:creationId xmlns:a16="http://schemas.microsoft.com/office/drawing/2014/main" id="{F7C4F719-8E05-F976-963C-FD47DE16E9AB}"/>
                </a:ext>
              </a:extLst>
            </p:cNvPr>
            <p:cNvPicPr>
              <a:picLocks noChangeAspect="1"/>
            </p:cNvPicPr>
            <p:nvPr/>
          </p:nvPicPr>
          <p:blipFill>
            <a:blip r:embed="rId3"/>
            <a:stretch>
              <a:fillRect/>
            </a:stretch>
          </p:blipFill>
          <p:spPr>
            <a:xfrm flipV="1">
              <a:off x="2909917" y="6177049"/>
              <a:ext cx="3210828" cy="1465569"/>
            </a:xfrm>
            <a:prstGeom prst="rect">
              <a:avLst/>
            </a:prstGeom>
          </p:spPr>
        </p:pic>
        <p:pic>
          <p:nvPicPr>
            <p:cNvPr id="50" name="Picture 49" descr="A white lace with flowers on it&#10;&#10;AI-generated content may be incorrect.">
              <a:extLst>
                <a:ext uri="{FF2B5EF4-FFF2-40B4-BE49-F238E27FC236}">
                  <a16:creationId xmlns:a16="http://schemas.microsoft.com/office/drawing/2014/main" id="{5A937E31-89BB-25F2-C877-A038DE01B347}"/>
                </a:ext>
              </a:extLst>
            </p:cNvPr>
            <p:cNvPicPr>
              <a:picLocks noChangeAspect="1"/>
            </p:cNvPicPr>
            <p:nvPr/>
          </p:nvPicPr>
          <p:blipFill>
            <a:blip r:embed="rId3"/>
            <a:stretch>
              <a:fillRect/>
            </a:stretch>
          </p:blipFill>
          <p:spPr>
            <a:xfrm flipH="1" flipV="1">
              <a:off x="5976976" y="6177049"/>
              <a:ext cx="3210828" cy="1465569"/>
            </a:xfrm>
            <a:prstGeom prst="rect">
              <a:avLst/>
            </a:prstGeom>
          </p:spPr>
        </p:pic>
        <p:pic>
          <p:nvPicPr>
            <p:cNvPr id="51" name="Picture 50" descr="A white lace with flowers on it&#10;&#10;AI-generated content may be incorrect.">
              <a:extLst>
                <a:ext uri="{FF2B5EF4-FFF2-40B4-BE49-F238E27FC236}">
                  <a16:creationId xmlns:a16="http://schemas.microsoft.com/office/drawing/2014/main" id="{BCFC731D-4A1D-371B-07A6-43E7DF6114B9}"/>
                </a:ext>
              </a:extLst>
            </p:cNvPr>
            <p:cNvPicPr>
              <a:picLocks noChangeAspect="1"/>
            </p:cNvPicPr>
            <p:nvPr/>
          </p:nvPicPr>
          <p:blipFill>
            <a:blip r:embed="rId3"/>
            <a:stretch>
              <a:fillRect/>
            </a:stretch>
          </p:blipFill>
          <p:spPr>
            <a:xfrm flipH="1" flipV="1">
              <a:off x="-121624" y="6181719"/>
              <a:ext cx="3210828" cy="1465568"/>
            </a:xfrm>
            <a:prstGeom prst="rect">
              <a:avLst/>
            </a:prstGeom>
          </p:spPr>
        </p:pic>
        <p:pic>
          <p:nvPicPr>
            <p:cNvPr id="52" name="Picture 51" descr="A white lace with flowers on it&#10;&#10;AI-generated content may be incorrect.">
              <a:extLst>
                <a:ext uri="{FF2B5EF4-FFF2-40B4-BE49-F238E27FC236}">
                  <a16:creationId xmlns:a16="http://schemas.microsoft.com/office/drawing/2014/main" id="{42C4B57B-151D-9670-558D-9B96E01B6BB6}"/>
                </a:ext>
              </a:extLst>
            </p:cNvPr>
            <p:cNvPicPr>
              <a:picLocks noChangeAspect="1"/>
            </p:cNvPicPr>
            <p:nvPr/>
          </p:nvPicPr>
          <p:blipFill>
            <a:blip r:embed="rId3"/>
            <a:stretch>
              <a:fillRect/>
            </a:stretch>
          </p:blipFill>
          <p:spPr>
            <a:xfrm flipV="1">
              <a:off x="9077253" y="6181721"/>
              <a:ext cx="3210828" cy="1465568"/>
            </a:xfrm>
            <a:prstGeom prst="rect">
              <a:avLst/>
            </a:prstGeom>
          </p:spPr>
        </p:pic>
        <p:pic>
          <p:nvPicPr>
            <p:cNvPr id="53" name="Picture 52" descr="A white lace with flowers on it&#10;&#10;AI-generated content may be incorrect.">
              <a:extLst>
                <a:ext uri="{FF2B5EF4-FFF2-40B4-BE49-F238E27FC236}">
                  <a16:creationId xmlns:a16="http://schemas.microsoft.com/office/drawing/2014/main" id="{A978A5A9-AFF0-E30A-4A53-A3DBD0A36369}"/>
                </a:ext>
              </a:extLst>
            </p:cNvPr>
            <p:cNvPicPr>
              <a:picLocks noChangeAspect="1"/>
            </p:cNvPicPr>
            <p:nvPr/>
          </p:nvPicPr>
          <p:blipFill>
            <a:blip r:embed="rId3"/>
            <a:stretch>
              <a:fillRect/>
            </a:stretch>
          </p:blipFill>
          <p:spPr>
            <a:xfrm rot="16200000">
              <a:off x="-1834711" y="4372595"/>
              <a:ext cx="3666732" cy="1594733"/>
            </a:xfrm>
            <a:prstGeom prst="rect">
              <a:avLst/>
            </a:prstGeom>
          </p:spPr>
        </p:pic>
        <p:pic>
          <p:nvPicPr>
            <p:cNvPr id="54" name="Picture 53" descr="A white lace with flowers on it&#10;&#10;AI-generated content may be incorrect.">
              <a:extLst>
                <a:ext uri="{FF2B5EF4-FFF2-40B4-BE49-F238E27FC236}">
                  <a16:creationId xmlns:a16="http://schemas.microsoft.com/office/drawing/2014/main" id="{30B12E43-AACB-C82E-580C-B91215BDFEF1}"/>
                </a:ext>
              </a:extLst>
            </p:cNvPr>
            <p:cNvPicPr>
              <a:picLocks noChangeAspect="1"/>
            </p:cNvPicPr>
            <p:nvPr/>
          </p:nvPicPr>
          <p:blipFill>
            <a:blip r:embed="rId3"/>
            <a:stretch>
              <a:fillRect/>
            </a:stretch>
          </p:blipFill>
          <p:spPr>
            <a:xfrm rot="16200000" flipH="1">
              <a:off x="-1834711" y="906916"/>
              <a:ext cx="3666732" cy="1594733"/>
            </a:xfrm>
            <a:prstGeom prst="rect">
              <a:avLst/>
            </a:prstGeom>
          </p:spPr>
        </p:pic>
        <p:pic>
          <p:nvPicPr>
            <p:cNvPr id="55" name="Picture 54" descr="A white lace with flowers on it&#10;&#10;AI-generated content may be incorrect.">
              <a:extLst>
                <a:ext uri="{FF2B5EF4-FFF2-40B4-BE49-F238E27FC236}">
                  <a16:creationId xmlns:a16="http://schemas.microsoft.com/office/drawing/2014/main" id="{BE00DCC3-1B72-8E16-05A1-ECC90F443185}"/>
                </a:ext>
              </a:extLst>
            </p:cNvPr>
            <p:cNvPicPr>
              <a:picLocks noChangeAspect="1"/>
            </p:cNvPicPr>
            <p:nvPr/>
          </p:nvPicPr>
          <p:blipFill>
            <a:blip r:embed="rId3"/>
            <a:stretch>
              <a:fillRect/>
            </a:stretch>
          </p:blipFill>
          <p:spPr>
            <a:xfrm>
              <a:off x="2922206" y="-541087"/>
              <a:ext cx="3210828" cy="1465569"/>
            </a:xfrm>
            <a:prstGeom prst="rect">
              <a:avLst/>
            </a:prstGeom>
          </p:spPr>
        </p:pic>
        <p:pic>
          <p:nvPicPr>
            <p:cNvPr id="56" name="Picture 55" descr="A white lace with flowers on it&#10;&#10;AI-generated content may be incorrect.">
              <a:extLst>
                <a:ext uri="{FF2B5EF4-FFF2-40B4-BE49-F238E27FC236}">
                  <a16:creationId xmlns:a16="http://schemas.microsoft.com/office/drawing/2014/main" id="{6B267714-D5F5-114D-3811-2B7CE0432046}"/>
                </a:ext>
              </a:extLst>
            </p:cNvPr>
            <p:cNvPicPr>
              <a:picLocks noChangeAspect="1"/>
            </p:cNvPicPr>
            <p:nvPr/>
          </p:nvPicPr>
          <p:blipFill>
            <a:blip r:embed="rId3"/>
            <a:stretch>
              <a:fillRect/>
            </a:stretch>
          </p:blipFill>
          <p:spPr>
            <a:xfrm flipH="1">
              <a:off x="5989265" y="-541087"/>
              <a:ext cx="3210828" cy="1465569"/>
            </a:xfrm>
            <a:prstGeom prst="rect">
              <a:avLst/>
            </a:prstGeom>
          </p:spPr>
        </p:pic>
        <p:pic>
          <p:nvPicPr>
            <p:cNvPr id="57" name="Picture 56" descr="A white lace with flowers on it&#10;&#10;AI-generated content may be incorrect.">
              <a:extLst>
                <a:ext uri="{FF2B5EF4-FFF2-40B4-BE49-F238E27FC236}">
                  <a16:creationId xmlns:a16="http://schemas.microsoft.com/office/drawing/2014/main" id="{AFA3A08F-8F7A-D689-4EC2-5F2C668E624F}"/>
                </a:ext>
              </a:extLst>
            </p:cNvPr>
            <p:cNvPicPr>
              <a:picLocks noChangeAspect="1"/>
            </p:cNvPicPr>
            <p:nvPr/>
          </p:nvPicPr>
          <p:blipFill>
            <a:blip r:embed="rId3"/>
            <a:stretch>
              <a:fillRect/>
            </a:stretch>
          </p:blipFill>
          <p:spPr>
            <a:xfrm flipH="1">
              <a:off x="-109335" y="-545756"/>
              <a:ext cx="3210828" cy="1465568"/>
            </a:xfrm>
            <a:prstGeom prst="rect">
              <a:avLst/>
            </a:prstGeom>
          </p:spPr>
        </p:pic>
        <p:pic>
          <p:nvPicPr>
            <p:cNvPr id="58" name="Picture 57" descr="A white lace with flowers on it&#10;&#10;AI-generated content may be incorrect.">
              <a:extLst>
                <a:ext uri="{FF2B5EF4-FFF2-40B4-BE49-F238E27FC236}">
                  <a16:creationId xmlns:a16="http://schemas.microsoft.com/office/drawing/2014/main" id="{2C2F08BE-53F4-954F-AD2A-0EA300DA3619}"/>
                </a:ext>
              </a:extLst>
            </p:cNvPr>
            <p:cNvPicPr>
              <a:picLocks noChangeAspect="1"/>
            </p:cNvPicPr>
            <p:nvPr/>
          </p:nvPicPr>
          <p:blipFill>
            <a:blip r:embed="rId3"/>
            <a:stretch>
              <a:fillRect/>
            </a:stretch>
          </p:blipFill>
          <p:spPr>
            <a:xfrm>
              <a:off x="9089542" y="-545758"/>
              <a:ext cx="3210828" cy="1465568"/>
            </a:xfrm>
            <a:prstGeom prst="rect">
              <a:avLst/>
            </a:prstGeom>
          </p:spPr>
        </p:pic>
      </p:grpSp>
      <p:sp>
        <p:nvSpPr>
          <p:cNvPr id="27" name="Subtitle 8">
            <a:extLst>
              <a:ext uri="{FF2B5EF4-FFF2-40B4-BE49-F238E27FC236}">
                <a16:creationId xmlns:a16="http://schemas.microsoft.com/office/drawing/2014/main" id="{2A8C15A2-30F7-A122-B213-8C6A351957D3}"/>
              </a:ext>
            </a:extLst>
          </p:cNvPr>
          <p:cNvSpPr>
            <a:spLocks noGrp="1"/>
          </p:cNvSpPr>
          <p:nvPr>
            <p:ph type="subTitle" idx="1"/>
          </p:nvPr>
        </p:nvSpPr>
        <p:spPr>
          <a:xfrm>
            <a:off x="1406219" y="2086596"/>
            <a:ext cx="9379362" cy="3199704"/>
          </a:xfrm>
        </p:spPr>
        <p:txBody>
          <a:bodyPr vert="horz" lIns="91440" tIns="45720" rIns="91440" bIns="45720" rtlCol="0" anchor="t">
            <a:noAutofit/>
          </a:bodyPr>
          <a:lstStyle/>
          <a:p>
            <a:pPr algn="l">
              <a:lnSpc>
                <a:spcPct val="100000"/>
              </a:lnSpc>
            </a:pPr>
            <a:r>
              <a:rPr lang="en-US" sz="1800">
                <a:latin typeface="Agency FB"/>
              </a:rPr>
              <a:t>From this analysis, we would say that Victoria’s Secret shoppers are mostly younger adults  and are more likely to care about work inequality. This shows the brand’s audience is socially conscious, so their marketing should highlight inclusivity and empowerment if they want to stay relevant.</a:t>
            </a:r>
            <a:endParaRPr lang="en-US">
              <a:latin typeface="Aptos" panose="020B0004020202020204"/>
            </a:endParaRPr>
          </a:p>
          <a:p>
            <a:pPr marL="742950" lvl="1" indent="-285750" algn="just">
              <a:lnSpc>
                <a:spcPct val="100000"/>
              </a:lnSpc>
              <a:buFont typeface="Courier New" panose="020B0604020202020204" pitchFamily="34" charset="0"/>
              <a:buChar char="o"/>
            </a:pPr>
            <a:r>
              <a:rPr lang="en-US" sz="1800">
                <a:latin typeface="Agency FB"/>
              </a:rPr>
              <a:t>Regional Marketing : Victoria's Secret is missing out on so many potential customers in Québec; they need to campaign with tailored ads locally .</a:t>
            </a:r>
          </a:p>
          <a:p>
            <a:pPr marL="742950" lvl="1" indent="-285750" algn="just">
              <a:lnSpc>
                <a:spcPct val="100000"/>
              </a:lnSpc>
              <a:buFont typeface="Courier New" panose="020B0604020202020204" pitchFamily="34" charset="0"/>
              <a:buChar char="o"/>
            </a:pPr>
            <a:r>
              <a:rPr lang="en-US" sz="1800">
                <a:latin typeface="Agency FB"/>
              </a:rPr>
              <a:t>Specific Age Campaigns: Marketing for 18-34 should evolve with their values, emphasizing inclusivity and authenticity. For the older demographics, product-led messaging focusing on fit, comfort, and quality.</a:t>
            </a:r>
          </a:p>
          <a:p>
            <a:pPr marL="742950" lvl="1" indent="-285750" algn="just">
              <a:lnSpc>
                <a:spcPct val="100000"/>
              </a:lnSpc>
              <a:buFont typeface="Courier New" panose="020B0604020202020204" pitchFamily="34" charset="0"/>
              <a:buChar char="o"/>
            </a:pPr>
            <a:r>
              <a:rPr lang="en-US" sz="1800">
                <a:latin typeface="Agency FB"/>
              </a:rPr>
              <a:t>"Me Too": Even though VS shoppers lean less progressive, many pay attention to how the brand handles workplace culture and representation. Being open about diversity, showing real changes with outside proof (like independent reviews or transparency reports) can build and keep trust.</a:t>
            </a:r>
          </a:p>
          <a:p>
            <a:pPr algn="just">
              <a:lnSpc>
                <a:spcPct val="100000"/>
              </a:lnSpc>
            </a:pPr>
            <a:endParaRPr lang="en-US" sz="1800">
              <a:latin typeface="Agency FB"/>
            </a:endParaRPr>
          </a:p>
        </p:txBody>
      </p:sp>
      <p:sp>
        <p:nvSpPr>
          <p:cNvPr id="29" name="Title 6">
            <a:extLst>
              <a:ext uri="{FF2B5EF4-FFF2-40B4-BE49-F238E27FC236}">
                <a16:creationId xmlns:a16="http://schemas.microsoft.com/office/drawing/2014/main" id="{1110E0BA-957E-7D10-B323-8E43A7C53856}"/>
              </a:ext>
            </a:extLst>
          </p:cNvPr>
          <p:cNvSpPr>
            <a:spLocks noGrp="1"/>
          </p:cNvSpPr>
          <p:nvPr>
            <p:ph type="ctrTitle"/>
          </p:nvPr>
        </p:nvSpPr>
        <p:spPr>
          <a:xfrm>
            <a:off x="2472906" y="1312015"/>
            <a:ext cx="7274941" cy="781510"/>
          </a:xfrm>
        </p:spPr>
        <p:txBody>
          <a:bodyPr>
            <a:normAutofit/>
          </a:bodyPr>
          <a:lstStyle/>
          <a:p>
            <a:r>
              <a:rPr lang="en-US" sz="2800" b="1">
                <a:latin typeface="Agency FB"/>
              </a:rPr>
              <a:t>Future Marketing</a:t>
            </a:r>
            <a:endParaRPr lang="en-US"/>
          </a:p>
        </p:txBody>
      </p:sp>
    </p:spTree>
    <p:extLst>
      <p:ext uri="{BB962C8B-B14F-4D97-AF65-F5344CB8AC3E}">
        <p14:creationId xmlns:p14="http://schemas.microsoft.com/office/powerpoint/2010/main" val="664235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Slides>
  <Notes>0</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VivINTEL Case</vt:lpstr>
      <vt:lpstr>Demographics Comparison</vt:lpstr>
      <vt:lpstr>"Me Too" Attitudinal Comparison</vt:lpstr>
      <vt:lpstr>Future Marketing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20</cp:revision>
  <dcterms:created xsi:type="dcterms:W3CDTF">2025-10-09T06:10:22Z</dcterms:created>
  <dcterms:modified xsi:type="dcterms:W3CDTF">2026-09-27T20:42:06Z</dcterms:modified>
</cp:coreProperties>
</file>